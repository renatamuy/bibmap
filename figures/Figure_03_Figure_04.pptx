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C949"/>
    <a:srgbClr val="C04F15"/>
    <a:srgbClr val="7F9F32"/>
    <a:srgbClr val="A7B8C6"/>
    <a:srgbClr val="B6C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1959" y="5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04C136-E3DB-4604-8B0A-F580EE3D7D2C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62A829ED-FD4F-40B8-B971-943172E13222}">
      <dgm:prSet phldrT="[Texto]" custT="1"/>
      <dgm:spPr/>
      <dgm:t>
        <a:bodyPr/>
        <a:lstStyle/>
        <a:p>
          <a:pPr algn="l"/>
          <a:r>
            <a:rPr lang="en-US" sz="3200" dirty="0"/>
            <a:t>  In the dark</a:t>
          </a:r>
        </a:p>
      </dgm:t>
    </dgm:pt>
    <dgm:pt modelId="{290A364A-F0C4-44AA-8020-0B356508D99C}" type="parTrans" cxnId="{0FCC66BD-DD14-48C9-883B-F58C8506BFA3}">
      <dgm:prSet/>
      <dgm:spPr/>
      <dgm:t>
        <a:bodyPr/>
        <a:lstStyle/>
        <a:p>
          <a:endParaRPr lang="en-US" sz="2800"/>
        </a:p>
      </dgm:t>
    </dgm:pt>
    <dgm:pt modelId="{57BD8E48-1BF6-4D68-AD24-A874E2EF2B10}" type="sibTrans" cxnId="{0FCC66BD-DD14-48C9-883B-F58C8506BFA3}">
      <dgm:prSet/>
      <dgm:spPr/>
      <dgm:t>
        <a:bodyPr/>
        <a:lstStyle/>
        <a:p>
          <a:endParaRPr lang="en-US" sz="2800"/>
        </a:p>
      </dgm:t>
    </dgm:pt>
    <dgm:pt modelId="{5A02824C-2A9A-4259-A1DC-1D93E0D196CE}">
      <dgm:prSet phldrT="[Texto]" custT="1"/>
      <dgm:spPr/>
      <dgm:t>
        <a:bodyPr/>
        <a:lstStyle/>
        <a:p>
          <a:r>
            <a:rPr lang="en-US" sz="12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Nodes</a:t>
          </a:r>
          <a:r>
            <a:rPr lang="en-US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:</a:t>
          </a:r>
        </a:p>
        <a:p>
          <a:r>
            <a:rPr lang="en-US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Keystone SE nodes </a:t>
          </a:r>
          <a:endParaRPr lang="en-US" sz="1200" dirty="0"/>
        </a:p>
      </dgm:t>
    </dgm:pt>
    <dgm:pt modelId="{F3CFB623-3A8E-4827-BAF6-3DE4CEDCF5F2}" type="parTrans" cxnId="{5CF17B1F-418A-4590-9C96-8CFD352A12B9}">
      <dgm:prSet custT="1"/>
      <dgm:spPr/>
      <dgm:t>
        <a:bodyPr/>
        <a:lstStyle/>
        <a:p>
          <a:endParaRPr lang="en-US" sz="800"/>
        </a:p>
      </dgm:t>
    </dgm:pt>
    <dgm:pt modelId="{7D48EA3D-2F0F-412F-8991-F0356481C4C5}" type="sibTrans" cxnId="{5CF17B1F-418A-4590-9C96-8CFD352A12B9}">
      <dgm:prSet/>
      <dgm:spPr/>
      <dgm:t>
        <a:bodyPr/>
        <a:lstStyle/>
        <a:p>
          <a:endParaRPr lang="en-US" sz="2800"/>
        </a:p>
      </dgm:t>
    </dgm:pt>
    <dgm:pt modelId="{E9A00279-1835-48C0-AA56-3DA5A3589EFA}">
      <dgm:prSet phldrT="[Texto]" custT="1"/>
      <dgm:spPr/>
      <dgm:t>
        <a:bodyPr/>
        <a:lstStyle/>
        <a:p>
          <a:r>
            <a:rPr lang="en-US" sz="12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Links</a:t>
          </a:r>
          <a:r>
            <a:rPr lang="en-US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: </a:t>
          </a:r>
        </a:p>
        <a:p>
          <a:r>
            <a:rPr lang="en-US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Duality of interactions</a:t>
          </a:r>
        </a:p>
        <a:p>
          <a:r>
            <a:rPr lang="en-US" sz="1200" dirty="0"/>
            <a:t>Hidden interactions</a:t>
          </a:r>
        </a:p>
        <a:p>
          <a:r>
            <a:rPr lang="en-US" sz="1200" dirty="0"/>
            <a:t>Forbidden interactions</a:t>
          </a:r>
        </a:p>
      </dgm:t>
    </dgm:pt>
    <dgm:pt modelId="{7AFD8B8D-C01F-4120-97F5-90D93C15CE1A}" type="parTrans" cxnId="{6EE809BE-29CE-4E3B-8E6D-F1A66DDEFE92}">
      <dgm:prSet custT="1"/>
      <dgm:spPr/>
      <dgm:t>
        <a:bodyPr/>
        <a:lstStyle/>
        <a:p>
          <a:endParaRPr lang="en-US" sz="800"/>
        </a:p>
      </dgm:t>
    </dgm:pt>
    <dgm:pt modelId="{721DBB70-B5BC-4E90-9DEC-EF8C4D2E0938}" type="sibTrans" cxnId="{6EE809BE-29CE-4E3B-8E6D-F1A66DDEFE92}">
      <dgm:prSet/>
      <dgm:spPr/>
      <dgm:t>
        <a:bodyPr/>
        <a:lstStyle/>
        <a:p>
          <a:endParaRPr lang="en-US" sz="2800"/>
        </a:p>
      </dgm:t>
    </dgm:pt>
    <dgm:pt modelId="{44EDC1DD-C300-4E54-803F-87520AA1BD36}">
      <dgm:prSet phldrT="[Texto]" custT="1"/>
      <dgm:spPr/>
      <dgm:t>
        <a:bodyPr/>
        <a:lstStyle/>
        <a:p>
          <a:r>
            <a:rPr lang="en-US" sz="12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External</a:t>
          </a:r>
          <a:r>
            <a:rPr lang="en-US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:</a:t>
          </a:r>
        </a:p>
        <a:p>
          <a:r>
            <a:rPr lang="en-US" sz="1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 Environmental effects on SENs</a:t>
          </a:r>
          <a:endParaRPr lang="en-US" sz="1200" dirty="0"/>
        </a:p>
      </dgm:t>
    </dgm:pt>
    <dgm:pt modelId="{D3CB173D-7BF8-4F2D-A016-DEC7B5A62B61}" type="parTrans" cxnId="{7EE8FDAA-150E-4557-ACDE-E35DC05D7415}">
      <dgm:prSet custT="1"/>
      <dgm:spPr/>
      <dgm:t>
        <a:bodyPr/>
        <a:lstStyle/>
        <a:p>
          <a:endParaRPr lang="en-US" sz="800"/>
        </a:p>
      </dgm:t>
    </dgm:pt>
    <dgm:pt modelId="{DB569AB6-9057-49B3-9A53-FA1D032A545F}" type="sibTrans" cxnId="{7EE8FDAA-150E-4557-ACDE-E35DC05D7415}">
      <dgm:prSet/>
      <dgm:spPr/>
      <dgm:t>
        <a:bodyPr/>
        <a:lstStyle/>
        <a:p>
          <a:endParaRPr lang="en-US" sz="2800"/>
        </a:p>
      </dgm:t>
    </dgm:pt>
    <dgm:pt modelId="{5AFC1CEC-D6AF-4AB3-A612-BBCBD6311CC9}">
      <dgm:prSet custT="1"/>
      <dgm:spPr/>
      <dgm:t>
        <a:bodyPr/>
        <a:lstStyle/>
        <a:p>
          <a:r>
            <a:rPr lang="en-US" sz="1200" b="1" dirty="0"/>
            <a:t>Networks</a:t>
          </a:r>
          <a:r>
            <a:rPr lang="en-US" sz="1200" dirty="0"/>
            <a:t>:</a:t>
          </a:r>
        </a:p>
        <a:p>
          <a:r>
            <a:rPr lang="en-US" sz="1200" dirty="0"/>
            <a:t>Emergent properties</a:t>
          </a:r>
        </a:p>
      </dgm:t>
    </dgm:pt>
    <dgm:pt modelId="{0A85D968-3940-4A3D-B08B-4450F5342AE4}" type="parTrans" cxnId="{7D91BF8A-9B8A-4823-96C6-803A0CF8D667}">
      <dgm:prSet custT="1"/>
      <dgm:spPr/>
      <dgm:t>
        <a:bodyPr/>
        <a:lstStyle/>
        <a:p>
          <a:endParaRPr lang="en-US" sz="800"/>
        </a:p>
      </dgm:t>
    </dgm:pt>
    <dgm:pt modelId="{696E0760-A676-4A87-85B8-5D2F9925FE6C}" type="sibTrans" cxnId="{7D91BF8A-9B8A-4823-96C6-803A0CF8D667}">
      <dgm:prSet/>
      <dgm:spPr/>
      <dgm:t>
        <a:bodyPr/>
        <a:lstStyle/>
        <a:p>
          <a:endParaRPr lang="en-US" sz="2800"/>
        </a:p>
      </dgm:t>
    </dgm:pt>
    <dgm:pt modelId="{99B24464-B808-4FB1-B8F7-C8C8A74E9248}">
      <dgm:prSet custT="1"/>
      <dgm:spPr/>
      <dgm:t>
        <a:bodyPr/>
        <a:lstStyle/>
        <a:p>
          <a:r>
            <a:rPr lang="en-US" sz="1200" dirty="0"/>
            <a:t>Robustness, Flow betweenness, Hierarchy  centralization, Modularity  and participation, </a:t>
          </a:r>
          <a:r>
            <a:rPr lang="en-US" sz="1200" dirty="0" err="1"/>
            <a:t>assortativity</a:t>
          </a:r>
          <a:r>
            <a:rPr lang="en-US" sz="1200" dirty="0"/>
            <a:t>   </a:t>
          </a:r>
        </a:p>
      </dgm:t>
    </dgm:pt>
    <dgm:pt modelId="{01ED0C38-A515-4F42-8FC1-A0EEE31B7FB3}" type="parTrans" cxnId="{534FFE10-F3F8-4889-A969-E419A4B0C2E8}">
      <dgm:prSet custT="1"/>
      <dgm:spPr/>
      <dgm:t>
        <a:bodyPr/>
        <a:lstStyle/>
        <a:p>
          <a:endParaRPr lang="en-US" sz="800"/>
        </a:p>
      </dgm:t>
    </dgm:pt>
    <dgm:pt modelId="{F185B2D4-EE89-4114-A374-D5BAE80C5172}" type="sibTrans" cxnId="{534FFE10-F3F8-4889-A969-E419A4B0C2E8}">
      <dgm:prSet/>
      <dgm:spPr/>
      <dgm:t>
        <a:bodyPr/>
        <a:lstStyle/>
        <a:p>
          <a:endParaRPr lang="en-US" sz="2800"/>
        </a:p>
      </dgm:t>
    </dgm:pt>
    <dgm:pt modelId="{79F074C6-D9AC-4B6B-8C1E-F712727C7EEA}">
      <dgm:prSet custT="1"/>
      <dgm:spPr/>
      <dgm:t>
        <a:bodyPr/>
        <a:lstStyle/>
        <a:p>
          <a:r>
            <a:rPr lang="en-US" sz="1000" dirty="0"/>
            <a:t>Linear models, Mixed-effects models (GLMMs, GAMMs), Spatial autoregressive models (SAR), Bayesian models, Latent space models,  Exponential Random Graph Models (ERGMs), Machine Learning models, Multivariate tests.</a:t>
          </a:r>
        </a:p>
      </dgm:t>
    </dgm:pt>
    <dgm:pt modelId="{6CAAAB95-5B85-455E-AF18-35E2BF493D19}" type="parTrans" cxnId="{6E4170E9-9BC0-47D9-BCDD-3A08CC26A1B2}">
      <dgm:prSet custT="1"/>
      <dgm:spPr/>
      <dgm:t>
        <a:bodyPr/>
        <a:lstStyle/>
        <a:p>
          <a:endParaRPr lang="en-US" sz="600"/>
        </a:p>
      </dgm:t>
    </dgm:pt>
    <dgm:pt modelId="{FE814CAE-C08F-4A4D-BA4A-08E47E2EC8D1}" type="sibTrans" cxnId="{6E4170E9-9BC0-47D9-BCDD-3A08CC26A1B2}">
      <dgm:prSet/>
      <dgm:spPr/>
      <dgm:t>
        <a:bodyPr/>
        <a:lstStyle/>
        <a:p>
          <a:endParaRPr lang="en-US" sz="2000"/>
        </a:p>
      </dgm:t>
    </dgm:pt>
    <dgm:pt modelId="{0BAB9EBB-8ACD-4D6D-87C0-D85DE6A19307}">
      <dgm:prSet custT="1"/>
      <dgm:spPr/>
      <dgm:t>
        <a:bodyPr/>
        <a:lstStyle/>
        <a:p>
          <a:r>
            <a:rPr lang="en-US" sz="1400" dirty="0"/>
            <a:t>Degree, centrality, clustering, temporal activity, functional roles</a:t>
          </a:r>
        </a:p>
      </dgm:t>
    </dgm:pt>
    <dgm:pt modelId="{1B9228CD-97F5-4361-B4C4-0EF155B81EAB}" type="parTrans" cxnId="{EFFFDE84-D319-4BE7-96A1-739F184C03B3}">
      <dgm:prSet custT="1"/>
      <dgm:spPr/>
      <dgm:t>
        <a:bodyPr/>
        <a:lstStyle/>
        <a:p>
          <a:endParaRPr lang="en-US" sz="600"/>
        </a:p>
      </dgm:t>
    </dgm:pt>
    <dgm:pt modelId="{EFB8C872-AF6C-4F14-9191-79D4D6B3B087}" type="sibTrans" cxnId="{EFFFDE84-D319-4BE7-96A1-739F184C03B3}">
      <dgm:prSet/>
      <dgm:spPr/>
      <dgm:t>
        <a:bodyPr/>
        <a:lstStyle/>
        <a:p>
          <a:endParaRPr lang="en-US" sz="2000"/>
        </a:p>
      </dgm:t>
    </dgm:pt>
    <dgm:pt modelId="{16142CF1-08DA-41E5-A920-C90D6E465EEB}">
      <dgm:prSet custT="1"/>
      <dgm:spPr/>
      <dgm:t>
        <a:bodyPr/>
        <a:lstStyle/>
        <a:p>
          <a:r>
            <a:rPr lang="en-US" sz="1400" dirty="0"/>
            <a:t>Interaction strength, hub scores, node centrality</a:t>
          </a:r>
        </a:p>
      </dgm:t>
    </dgm:pt>
    <dgm:pt modelId="{193CB18E-47AB-4B5D-8BB9-7DA80389F982}" type="parTrans" cxnId="{3A76C34A-C7FE-4B07-82E1-99B2B7EF672C}">
      <dgm:prSet custT="1"/>
      <dgm:spPr/>
      <dgm:t>
        <a:bodyPr/>
        <a:lstStyle/>
        <a:p>
          <a:endParaRPr lang="en-US" sz="600"/>
        </a:p>
      </dgm:t>
    </dgm:pt>
    <dgm:pt modelId="{26D6CF93-3E40-4BD0-B855-B63BCFC75D82}" type="sibTrans" cxnId="{3A76C34A-C7FE-4B07-82E1-99B2B7EF672C}">
      <dgm:prSet/>
      <dgm:spPr/>
      <dgm:t>
        <a:bodyPr/>
        <a:lstStyle/>
        <a:p>
          <a:endParaRPr lang="en-US" sz="2000"/>
        </a:p>
      </dgm:t>
    </dgm:pt>
    <dgm:pt modelId="{D1965DAF-1AD6-495A-BFD5-EA73E62C334C}" type="pres">
      <dgm:prSet presAssocID="{7E04C136-E3DB-4604-8B0A-F580EE3D7D2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774BD93-8F5B-4621-8148-CEAF9AC40475}" type="pres">
      <dgm:prSet presAssocID="{62A829ED-FD4F-40B8-B971-943172E13222}" presName="root1" presStyleCnt="0"/>
      <dgm:spPr/>
    </dgm:pt>
    <dgm:pt modelId="{C103BF98-DE69-42FD-A0FF-1E68C5D8827B}" type="pres">
      <dgm:prSet presAssocID="{62A829ED-FD4F-40B8-B971-943172E13222}" presName="LevelOneTextNode" presStyleLbl="node0" presStyleIdx="0" presStyleCnt="1" custScaleY="78710" custLinFactNeighborY="109">
        <dgm:presLayoutVars>
          <dgm:chPref val="3"/>
        </dgm:presLayoutVars>
      </dgm:prSet>
      <dgm:spPr/>
    </dgm:pt>
    <dgm:pt modelId="{8076255A-0584-4783-8AA0-3FA331CF6CD3}" type="pres">
      <dgm:prSet presAssocID="{62A829ED-FD4F-40B8-B971-943172E13222}" presName="level2hierChild" presStyleCnt="0"/>
      <dgm:spPr/>
    </dgm:pt>
    <dgm:pt modelId="{85B05554-A471-4F55-AEF2-C52CC4771999}" type="pres">
      <dgm:prSet presAssocID="{F3CFB623-3A8E-4827-BAF6-3DE4CEDCF5F2}" presName="conn2-1" presStyleLbl="parChTrans1D2" presStyleIdx="0" presStyleCnt="4"/>
      <dgm:spPr/>
    </dgm:pt>
    <dgm:pt modelId="{BE9E4EAF-87C2-4193-85CB-E30F8B6C5CAC}" type="pres">
      <dgm:prSet presAssocID="{F3CFB623-3A8E-4827-BAF6-3DE4CEDCF5F2}" presName="connTx" presStyleLbl="parChTrans1D2" presStyleIdx="0" presStyleCnt="4"/>
      <dgm:spPr/>
    </dgm:pt>
    <dgm:pt modelId="{D5A782EC-F4F7-4010-AF33-B2F35592ECE6}" type="pres">
      <dgm:prSet presAssocID="{5A02824C-2A9A-4259-A1DC-1D93E0D196CE}" presName="root2" presStyleCnt="0"/>
      <dgm:spPr/>
    </dgm:pt>
    <dgm:pt modelId="{EBFAE0A7-EC43-46BC-AEDB-A248ABA7BE2E}" type="pres">
      <dgm:prSet presAssocID="{5A02824C-2A9A-4259-A1DC-1D93E0D196CE}" presName="LevelTwoTextNode" presStyleLbl="node2" presStyleIdx="0" presStyleCnt="4">
        <dgm:presLayoutVars>
          <dgm:chPref val="3"/>
        </dgm:presLayoutVars>
      </dgm:prSet>
      <dgm:spPr/>
    </dgm:pt>
    <dgm:pt modelId="{DC8919B6-F1BF-42F7-A89D-9E28E8500F36}" type="pres">
      <dgm:prSet presAssocID="{5A02824C-2A9A-4259-A1DC-1D93E0D196CE}" presName="level3hierChild" presStyleCnt="0"/>
      <dgm:spPr/>
    </dgm:pt>
    <dgm:pt modelId="{6AEF020B-4F93-4EE2-A457-C3C4C4272772}" type="pres">
      <dgm:prSet presAssocID="{193CB18E-47AB-4B5D-8BB9-7DA80389F982}" presName="conn2-1" presStyleLbl="parChTrans1D3" presStyleIdx="0" presStyleCnt="4"/>
      <dgm:spPr/>
    </dgm:pt>
    <dgm:pt modelId="{B2E00887-38FA-4EB6-A42C-AB058A2B35AE}" type="pres">
      <dgm:prSet presAssocID="{193CB18E-47AB-4B5D-8BB9-7DA80389F982}" presName="connTx" presStyleLbl="parChTrans1D3" presStyleIdx="0" presStyleCnt="4"/>
      <dgm:spPr/>
    </dgm:pt>
    <dgm:pt modelId="{144ACB35-D2F9-4750-B1C7-8C691217291E}" type="pres">
      <dgm:prSet presAssocID="{16142CF1-08DA-41E5-A920-C90D6E465EEB}" presName="root2" presStyleCnt="0"/>
      <dgm:spPr/>
    </dgm:pt>
    <dgm:pt modelId="{E2C85FAF-8312-4D20-97EA-5058640E81B9}" type="pres">
      <dgm:prSet presAssocID="{16142CF1-08DA-41E5-A920-C90D6E465EEB}" presName="LevelTwoTextNode" presStyleLbl="node3" presStyleIdx="0" presStyleCnt="4">
        <dgm:presLayoutVars>
          <dgm:chPref val="3"/>
        </dgm:presLayoutVars>
      </dgm:prSet>
      <dgm:spPr/>
    </dgm:pt>
    <dgm:pt modelId="{29CFB293-288E-4CEC-AFDE-1B4E43AD8DFE}" type="pres">
      <dgm:prSet presAssocID="{16142CF1-08DA-41E5-A920-C90D6E465EEB}" presName="level3hierChild" presStyleCnt="0"/>
      <dgm:spPr/>
    </dgm:pt>
    <dgm:pt modelId="{7F193AC7-8E5F-4E1C-8411-0B31171E85DD}" type="pres">
      <dgm:prSet presAssocID="{7AFD8B8D-C01F-4120-97F5-90D93C15CE1A}" presName="conn2-1" presStyleLbl="parChTrans1D2" presStyleIdx="1" presStyleCnt="4"/>
      <dgm:spPr/>
    </dgm:pt>
    <dgm:pt modelId="{57DF160F-7180-4692-BCA4-860F38EB55AC}" type="pres">
      <dgm:prSet presAssocID="{7AFD8B8D-C01F-4120-97F5-90D93C15CE1A}" presName="connTx" presStyleLbl="parChTrans1D2" presStyleIdx="1" presStyleCnt="4"/>
      <dgm:spPr/>
    </dgm:pt>
    <dgm:pt modelId="{ECFE6973-04C0-4D49-A52E-3DC008E3EE9F}" type="pres">
      <dgm:prSet presAssocID="{E9A00279-1835-48C0-AA56-3DA5A3589EFA}" presName="root2" presStyleCnt="0"/>
      <dgm:spPr/>
    </dgm:pt>
    <dgm:pt modelId="{91EB27A9-225E-4475-8134-F2914916566B}" type="pres">
      <dgm:prSet presAssocID="{E9A00279-1835-48C0-AA56-3DA5A3589EFA}" presName="LevelTwoTextNode" presStyleLbl="node2" presStyleIdx="1" presStyleCnt="4">
        <dgm:presLayoutVars>
          <dgm:chPref val="3"/>
        </dgm:presLayoutVars>
      </dgm:prSet>
      <dgm:spPr/>
    </dgm:pt>
    <dgm:pt modelId="{48910D61-C185-4F07-A0B8-7C8B5180E580}" type="pres">
      <dgm:prSet presAssocID="{E9A00279-1835-48C0-AA56-3DA5A3589EFA}" presName="level3hierChild" presStyleCnt="0"/>
      <dgm:spPr/>
    </dgm:pt>
    <dgm:pt modelId="{AF43F575-F955-40A1-8541-2E4A7D76B89D}" type="pres">
      <dgm:prSet presAssocID="{1B9228CD-97F5-4361-B4C4-0EF155B81EAB}" presName="conn2-1" presStyleLbl="parChTrans1D3" presStyleIdx="1" presStyleCnt="4"/>
      <dgm:spPr/>
    </dgm:pt>
    <dgm:pt modelId="{28418AFB-A4D5-468D-AA81-3F66CA82CCE8}" type="pres">
      <dgm:prSet presAssocID="{1B9228CD-97F5-4361-B4C4-0EF155B81EAB}" presName="connTx" presStyleLbl="parChTrans1D3" presStyleIdx="1" presStyleCnt="4"/>
      <dgm:spPr/>
    </dgm:pt>
    <dgm:pt modelId="{7A8114F4-8714-4DBC-B482-47179BDA13CC}" type="pres">
      <dgm:prSet presAssocID="{0BAB9EBB-8ACD-4D6D-87C0-D85DE6A19307}" presName="root2" presStyleCnt="0"/>
      <dgm:spPr/>
    </dgm:pt>
    <dgm:pt modelId="{D7BAC263-FBDB-4FBF-B3FC-32AE2E8B8E8F}" type="pres">
      <dgm:prSet presAssocID="{0BAB9EBB-8ACD-4D6D-87C0-D85DE6A19307}" presName="LevelTwoTextNode" presStyleLbl="node3" presStyleIdx="1" presStyleCnt="4">
        <dgm:presLayoutVars>
          <dgm:chPref val="3"/>
        </dgm:presLayoutVars>
      </dgm:prSet>
      <dgm:spPr/>
    </dgm:pt>
    <dgm:pt modelId="{CF6FB5CF-37CF-4224-8221-55B0C8ABFCDC}" type="pres">
      <dgm:prSet presAssocID="{0BAB9EBB-8ACD-4D6D-87C0-D85DE6A19307}" presName="level3hierChild" presStyleCnt="0"/>
      <dgm:spPr/>
    </dgm:pt>
    <dgm:pt modelId="{D174CA3A-D3A7-4B81-BC58-48270F6A76BF}" type="pres">
      <dgm:prSet presAssocID="{D3CB173D-7BF8-4F2D-A016-DEC7B5A62B61}" presName="conn2-1" presStyleLbl="parChTrans1D2" presStyleIdx="2" presStyleCnt="4"/>
      <dgm:spPr/>
    </dgm:pt>
    <dgm:pt modelId="{73F88125-FD80-4BA5-839C-BE1F32A8D477}" type="pres">
      <dgm:prSet presAssocID="{D3CB173D-7BF8-4F2D-A016-DEC7B5A62B61}" presName="connTx" presStyleLbl="parChTrans1D2" presStyleIdx="2" presStyleCnt="4"/>
      <dgm:spPr/>
    </dgm:pt>
    <dgm:pt modelId="{0265516A-5567-4C07-A1B1-FD23A1B070D9}" type="pres">
      <dgm:prSet presAssocID="{44EDC1DD-C300-4E54-803F-87520AA1BD36}" presName="root2" presStyleCnt="0"/>
      <dgm:spPr/>
    </dgm:pt>
    <dgm:pt modelId="{1837CFA3-69E2-4953-861A-D966747FB726}" type="pres">
      <dgm:prSet presAssocID="{44EDC1DD-C300-4E54-803F-87520AA1BD36}" presName="LevelTwoTextNode" presStyleLbl="node2" presStyleIdx="2" presStyleCnt="4">
        <dgm:presLayoutVars>
          <dgm:chPref val="3"/>
        </dgm:presLayoutVars>
      </dgm:prSet>
      <dgm:spPr/>
    </dgm:pt>
    <dgm:pt modelId="{ABBE427C-4D6B-4A73-B98B-36DF99B0D729}" type="pres">
      <dgm:prSet presAssocID="{44EDC1DD-C300-4E54-803F-87520AA1BD36}" presName="level3hierChild" presStyleCnt="0"/>
      <dgm:spPr/>
    </dgm:pt>
    <dgm:pt modelId="{FB72AF7A-E57B-40AC-85EA-FB5F7E563664}" type="pres">
      <dgm:prSet presAssocID="{6CAAAB95-5B85-455E-AF18-35E2BF493D19}" presName="conn2-1" presStyleLbl="parChTrans1D3" presStyleIdx="2" presStyleCnt="4"/>
      <dgm:spPr/>
    </dgm:pt>
    <dgm:pt modelId="{5B99E3ED-EC34-4E07-A979-1398AD5BF1D7}" type="pres">
      <dgm:prSet presAssocID="{6CAAAB95-5B85-455E-AF18-35E2BF493D19}" presName="connTx" presStyleLbl="parChTrans1D3" presStyleIdx="2" presStyleCnt="4"/>
      <dgm:spPr/>
    </dgm:pt>
    <dgm:pt modelId="{26DDA922-AF98-4ED0-AE14-A774A7D8907A}" type="pres">
      <dgm:prSet presAssocID="{79F074C6-D9AC-4B6B-8C1E-F712727C7EEA}" presName="root2" presStyleCnt="0"/>
      <dgm:spPr/>
    </dgm:pt>
    <dgm:pt modelId="{A43DB03B-DA94-4861-8E0F-86D681A59063}" type="pres">
      <dgm:prSet presAssocID="{79F074C6-D9AC-4B6B-8C1E-F712727C7EEA}" presName="LevelTwoTextNode" presStyleLbl="node3" presStyleIdx="2" presStyleCnt="4">
        <dgm:presLayoutVars>
          <dgm:chPref val="3"/>
        </dgm:presLayoutVars>
      </dgm:prSet>
      <dgm:spPr/>
    </dgm:pt>
    <dgm:pt modelId="{04848DC5-412C-482E-8427-6D2DDE577B12}" type="pres">
      <dgm:prSet presAssocID="{79F074C6-D9AC-4B6B-8C1E-F712727C7EEA}" presName="level3hierChild" presStyleCnt="0"/>
      <dgm:spPr/>
    </dgm:pt>
    <dgm:pt modelId="{22B2AD84-9C84-4C55-BDB2-EF1726C085E2}" type="pres">
      <dgm:prSet presAssocID="{0A85D968-3940-4A3D-B08B-4450F5342AE4}" presName="conn2-1" presStyleLbl="parChTrans1D2" presStyleIdx="3" presStyleCnt="4"/>
      <dgm:spPr/>
    </dgm:pt>
    <dgm:pt modelId="{48C622AE-9026-43BF-BDCD-E7306ACFCD19}" type="pres">
      <dgm:prSet presAssocID="{0A85D968-3940-4A3D-B08B-4450F5342AE4}" presName="connTx" presStyleLbl="parChTrans1D2" presStyleIdx="3" presStyleCnt="4"/>
      <dgm:spPr/>
    </dgm:pt>
    <dgm:pt modelId="{6E06B90B-2752-4A56-8570-1C723A54F21D}" type="pres">
      <dgm:prSet presAssocID="{5AFC1CEC-D6AF-4AB3-A612-BBCBD6311CC9}" presName="root2" presStyleCnt="0"/>
      <dgm:spPr/>
    </dgm:pt>
    <dgm:pt modelId="{0E78CC75-2843-4CFD-9E4C-02D318D8501F}" type="pres">
      <dgm:prSet presAssocID="{5AFC1CEC-D6AF-4AB3-A612-BBCBD6311CC9}" presName="LevelTwoTextNode" presStyleLbl="node2" presStyleIdx="3" presStyleCnt="4">
        <dgm:presLayoutVars>
          <dgm:chPref val="3"/>
        </dgm:presLayoutVars>
      </dgm:prSet>
      <dgm:spPr/>
    </dgm:pt>
    <dgm:pt modelId="{A170B2EE-927E-4F4C-8978-C343B9730F75}" type="pres">
      <dgm:prSet presAssocID="{5AFC1CEC-D6AF-4AB3-A612-BBCBD6311CC9}" presName="level3hierChild" presStyleCnt="0"/>
      <dgm:spPr/>
    </dgm:pt>
    <dgm:pt modelId="{92B9C15E-9F4E-4A11-9F85-ACDE0755EB14}" type="pres">
      <dgm:prSet presAssocID="{01ED0C38-A515-4F42-8FC1-A0EEE31B7FB3}" presName="conn2-1" presStyleLbl="parChTrans1D3" presStyleIdx="3" presStyleCnt="4"/>
      <dgm:spPr/>
    </dgm:pt>
    <dgm:pt modelId="{73C1A046-C2FC-4CDB-85BF-270B4AD660DF}" type="pres">
      <dgm:prSet presAssocID="{01ED0C38-A515-4F42-8FC1-A0EEE31B7FB3}" presName="connTx" presStyleLbl="parChTrans1D3" presStyleIdx="3" presStyleCnt="4"/>
      <dgm:spPr/>
    </dgm:pt>
    <dgm:pt modelId="{9A33D066-9530-4F4F-BED7-1244E2686075}" type="pres">
      <dgm:prSet presAssocID="{99B24464-B808-4FB1-B8F7-C8C8A74E9248}" presName="root2" presStyleCnt="0"/>
      <dgm:spPr/>
    </dgm:pt>
    <dgm:pt modelId="{3778D2AE-E489-4461-A25F-0631E6BA0E51}" type="pres">
      <dgm:prSet presAssocID="{99B24464-B808-4FB1-B8F7-C8C8A74E9248}" presName="LevelTwoTextNode" presStyleLbl="node3" presStyleIdx="3" presStyleCnt="4">
        <dgm:presLayoutVars>
          <dgm:chPref val="3"/>
        </dgm:presLayoutVars>
      </dgm:prSet>
      <dgm:spPr/>
    </dgm:pt>
    <dgm:pt modelId="{0B8CCF4E-0EA6-4F1D-8D16-5554A964AAD6}" type="pres">
      <dgm:prSet presAssocID="{99B24464-B808-4FB1-B8F7-C8C8A74E9248}" presName="level3hierChild" presStyleCnt="0"/>
      <dgm:spPr/>
    </dgm:pt>
  </dgm:ptLst>
  <dgm:cxnLst>
    <dgm:cxn modelId="{534FFE10-F3F8-4889-A969-E419A4B0C2E8}" srcId="{5AFC1CEC-D6AF-4AB3-A612-BBCBD6311CC9}" destId="{99B24464-B808-4FB1-B8F7-C8C8A74E9248}" srcOrd="0" destOrd="0" parTransId="{01ED0C38-A515-4F42-8FC1-A0EEE31B7FB3}" sibTransId="{F185B2D4-EE89-4114-A374-D5BAE80C5172}"/>
    <dgm:cxn modelId="{0B7CF214-1084-426B-B9D3-AE4E3306F35E}" type="presOf" srcId="{0A85D968-3940-4A3D-B08B-4450F5342AE4}" destId="{48C622AE-9026-43BF-BDCD-E7306ACFCD19}" srcOrd="1" destOrd="0" presId="urn:microsoft.com/office/officeart/2008/layout/HorizontalMultiLevelHierarchy"/>
    <dgm:cxn modelId="{5CF17B1F-418A-4590-9C96-8CFD352A12B9}" srcId="{62A829ED-FD4F-40B8-B971-943172E13222}" destId="{5A02824C-2A9A-4259-A1DC-1D93E0D196CE}" srcOrd="0" destOrd="0" parTransId="{F3CFB623-3A8E-4827-BAF6-3DE4CEDCF5F2}" sibTransId="{7D48EA3D-2F0F-412F-8991-F0356481C4C5}"/>
    <dgm:cxn modelId="{32F24A3B-7E66-4396-B759-2D299C8C822D}" type="presOf" srcId="{01ED0C38-A515-4F42-8FC1-A0EEE31B7FB3}" destId="{92B9C15E-9F4E-4A11-9F85-ACDE0755EB14}" srcOrd="0" destOrd="0" presId="urn:microsoft.com/office/officeart/2008/layout/HorizontalMultiLevelHierarchy"/>
    <dgm:cxn modelId="{312B7B67-19C0-46A1-B5CC-297A706D04AF}" type="presOf" srcId="{79F074C6-D9AC-4B6B-8C1E-F712727C7EEA}" destId="{A43DB03B-DA94-4861-8E0F-86D681A59063}" srcOrd="0" destOrd="0" presId="urn:microsoft.com/office/officeart/2008/layout/HorizontalMultiLevelHierarchy"/>
    <dgm:cxn modelId="{C2EA7B69-8A5A-46F9-B428-1216737420F3}" type="presOf" srcId="{0BAB9EBB-8ACD-4D6D-87C0-D85DE6A19307}" destId="{D7BAC263-FBDB-4FBF-B3FC-32AE2E8B8E8F}" srcOrd="0" destOrd="0" presId="urn:microsoft.com/office/officeart/2008/layout/HorizontalMultiLevelHierarchy"/>
    <dgm:cxn modelId="{ACBFE769-1C0D-4A4F-A704-DD6429153BA9}" type="presOf" srcId="{7AFD8B8D-C01F-4120-97F5-90D93C15CE1A}" destId="{57DF160F-7180-4692-BCA4-860F38EB55AC}" srcOrd="1" destOrd="0" presId="urn:microsoft.com/office/officeart/2008/layout/HorizontalMultiLevelHierarchy"/>
    <dgm:cxn modelId="{5BAB086A-4E2C-4177-8AB4-DEA35865A65D}" type="presOf" srcId="{44EDC1DD-C300-4E54-803F-87520AA1BD36}" destId="{1837CFA3-69E2-4953-861A-D966747FB726}" srcOrd="0" destOrd="0" presId="urn:microsoft.com/office/officeart/2008/layout/HorizontalMultiLevelHierarchy"/>
    <dgm:cxn modelId="{3A76C34A-C7FE-4B07-82E1-99B2B7EF672C}" srcId="{5A02824C-2A9A-4259-A1DC-1D93E0D196CE}" destId="{16142CF1-08DA-41E5-A920-C90D6E465EEB}" srcOrd="0" destOrd="0" parTransId="{193CB18E-47AB-4B5D-8BB9-7DA80389F982}" sibTransId="{26D6CF93-3E40-4BD0-B855-B63BCFC75D82}"/>
    <dgm:cxn modelId="{57139C55-5EEA-443C-A4D9-BACFA9AC6535}" type="presOf" srcId="{F3CFB623-3A8E-4827-BAF6-3DE4CEDCF5F2}" destId="{BE9E4EAF-87C2-4193-85CB-E30F8B6C5CAC}" srcOrd="1" destOrd="0" presId="urn:microsoft.com/office/officeart/2008/layout/HorizontalMultiLevelHierarchy"/>
    <dgm:cxn modelId="{225EC756-FA24-4B37-B3BB-EF58C9F384DA}" type="presOf" srcId="{193CB18E-47AB-4B5D-8BB9-7DA80389F982}" destId="{B2E00887-38FA-4EB6-A42C-AB058A2B35AE}" srcOrd="1" destOrd="0" presId="urn:microsoft.com/office/officeart/2008/layout/HorizontalMultiLevelHierarchy"/>
    <dgm:cxn modelId="{3990ED76-1197-4A9B-B23E-A2BAE834757A}" type="presOf" srcId="{62A829ED-FD4F-40B8-B971-943172E13222}" destId="{C103BF98-DE69-42FD-A0FF-1E68C5D8827B}" srcOrd="0" destOrd="0" presId="urn:microsoft.com/office/officeart/2008/layout/HorizontalMultiLevelHierarchy"/>
    <dgm:cxn modelId="{594D4B59-9833-4199-843B-8B678FE87C3D}" type="presOf" srcId="{D3CB173D-7BF8-4F2D-A016-DEC7B5A62B61}" destId="{73F88125-FD80-4BA5-839C-BE1F32A8D477}" srcOrd="1" destOrd="0" presId="urn:microsoft.com/office/officeart/2008/layout/HorizontalMultiLevelHierarchy"/>
    <dgm:cxn modelId="{3C445D7D-B877-4940-911C-5C4B83D209F8}" type="presOf" srcId="{193CB18E-47AB-4B5D-8BB9-7DA80389F982}" destId="{6AEF020B-4F93-4EE2-A457-C3C4C4272772}" srcOrd="0" destOrd="0" presId="urn:microsoft.com/office/officeart/2008/layout/HorizontalMultiLevelHierarchy"/>
    <dgm:cxn modelId="{EFFFDE84-D319-4BE7-96A1-739F184C03B3}" srcId="{E9A00279-1835-48C0-AA56-3DA5A3589EFA}" destId="{0BAB9EBB-8ACD-4D6D-87C0-D85DE6A19307}" srcOrd="0" destOrd="0" parTransId="{1B9228CD-97F5-4361-B4C4-0EF155B81EAB}" sibTransId="{EFB8C872-AF6C-4F14-9191-79D4D6B3B087}"/>
    <dgm:cxn modelId="{7D91BF8A-9B8A-4823-96C6-803A0CF8D667}" srcId="{62A829ED-FD4F-40B8-B971-943172E13222}" destId="{5AFC1CEC-D6AF-4AB3-A612-BBCBD6311CC9}" srcOrd="3" destOrd="0" parTransId="{0A85D968-3940-4A3D-B08B-4450F5342AE4}" sibTransId="{696E0760-A676-4A87-85B8-5D2F9925FE6C}"/>
    <dgm:cxn modelId="{508AD0A0-816C-450D-8352-5B96AED8C3FC}" type="presOf" srcId="{7AFD8B8D-C01F-4120-97F5-90D93C15CE1A}" destId="{7F193AC7-8E5F-4E1C-8411-0B31171E85DD}" srcOrd="0" destOrd="0" presId="urn:microsoft.com/office/officeart/2008/layout/HorizontalMultiLevelHierarchy"/>
    <dgm:cxn modelId="{2DC9DFA0-0181-466E-AF8D-A920F3D26D6E}" type="presOf" srcId="{0A85D968-3940-4A3D-B08B-4450F5342AE4}" destId="{22B2AD84-9C84-4C55-BDB2-EF1726C085E2}" srcOrd="0" destOrd="0" presId="urn:microsoft.com/office/officeart/2008/layout/HorizontalMultiLevelHierarchy"/>
    <dgm:cxn modelId="{1C6E34AA-9AF8-4681-ADA2-6D5B03F0C84D}" type="presOf" srcId="{1B9228CD-97F5-4361-B4C4-0EF155B81EAB}" destId="{28418AFB-A4D5-468D-AA81-3F66CA82CCE8}" srcOrd="1" destOrd="0" presId="urn:microsoft.com/office/officeart/2008/layout/HorizontalMultiLevelHierarchy"/>
    <dgm:cxn modelId="{7EE8FDAA-150E-4557-ACDE-E35DC05D7415}" srcId="{62A829ED-FD4F-40B8-B971-943172E13222}" destId="{44EDC1DD-C300-4E54-803F-87520AA1BD36}" srcOrd="2" destOrd="0" parTransId="{D3CB173D-7BF8-4F2D-A016-DEC7B5A62B61}" sibTransId="{DB569AB6-9057-49B3-9A53-FA1D032A545F}"/>
    <dgm:cxn modelId="{0B6515AD-897F-438F-9C04-135650437F1C}" type="presOf" srcId="{01ED0C38-A515-4F42-8FC1-A0EEE31B7FB3}" destId="{73C1A046-C2FC-4CDB-85BF-270B4AD660DF}" srcOrd="1" destOrd="0" presId="urn:microsoft.com/office/officeart/2008/layout/HorizontalMultiLevelHierarchy"/>
    <dgm:cxn modelId="{31B1DDB3-217D-422D-9ED4-964A9B784CDF}" type="presOf" srcId="{6CAAAB95-5B85-455E-AF18-35E2BF493D19}" destId="{5B99E3ED-EC34-4E07-A979-1398AD5BF1D7}" srcOrd="1" destOrd="0" presId="urn:microsoft.com/office/officeart/2008/layout/HorizontalMultiLevelHierarchy"/>
    <dgm:cxn modelId="{0FCC66BD-DD14-48C9-883B-F58C8506BFA3}" srcId="{7E04C136-E3DB-4604-8B0A-F580EE3D7D2C}" destId="{62A829ED-FD4F-40B8-B971-943172E13222}" srcOrd="0" destOrd="0" parTransId="{290A364A-F0C4-44AA-8020-0B356508D99C}" sibTransId="{57BD8E48-1BF6-4D68-AD24-A874E2EF2B10}"/>
    <dgm:cxn modelId="{6EE809BE-29CE-4E3B-8E6D-F1A66DDEFE92}" srcId="{62A829ED-FD4F-40B8-B971-943172E13222}" destId="{E9A00279-1835-48C0-AA56-3DA5A3589EFA}" srcOrd="1" destOrd="0" parTransId="{7AFD8B8D-C01F-4120-97F5-90D93C15CE1A}" sibTransId="{721DBB70-B5BC-4E90-9DEC-EF8C4D2E0938}"/>
    <dgm:cxn modelId="{4C0251BF-1C11-49A1-950F-618294DF39E5}" type="presOf" srcId="{16142CF1-08DA-41E5-A920-C90D6E465EEB}" destId="{E2C85FAF-8312-4D20-97EA-5058640E81B9}" srcOrd="0" destOrd="0" presId="urn:microsoft.com/office/officeart/2008/layout/HorizontalMultiLevelHierarchy"/>
    <dgm:cxn modelId="{827A87CB-9413-4C3C-8137-F1BF3C28266C}" type="presOf" srcId="{1B9228CD-97F5-4361-B4C4-0EF155B81EAB}" destId="{AF43F575-F955-40A1-8541-2E4A7D76B89D}" srcOrd="0" destOrd="0" presId="urn:microsoft.com/office/officeart/2008/layout/HorizontalMultiLevelHierarchy"/>
    <dgm:cxn modelId="{8D396ED1-25BA-4AA5-945F-2E963C67CCCF}" type="presOf" srcId="{5AFC1CEC-D6AF-4AB3-A612-BBCBD6311CC9}" destId="{0E78CC75-2843-4CFD-9E4C-02D318D8501F}" srcOrd="0" destOrd="0" presId="urn:microsoft.com/office/officeart/2008/layout/HorizontalMultiLevelHierarchy"/>
    <dgm:cxn modelId="{BB31BBD5-4065-41F7-A45B-1636E107D330}" type="presOf" srcId="{7E04C136-E3DB-4604-8B0A-F580EE3D7D2C}" destId="{D1965DAF-1AD6-495A-BFD5-EA73E62C334C}" srcOrd="0" destOrd="0" presId="urn:microsoft.com/office/officeart/2008/layout/HorizontalMultiLevelHierarchy"/>
    <dgm:cxn modelId="{D54B61D9-A9EF-49A6-BEC6-D96921398520}" type="presOf" srcId="{E9A00279-1835-48C0-AA56-3DA5A3589EFA}" destId="{91EB27A9-225E-4475-8134-F2914916566B}" srcOrd="0" destOrd="0" presId="urn:microsoft.com/office/officeart/2008/layout/HorizontalMultiLevelHierarchy"/>
    <dgm:cxn modelId="{BD0B72DB-2800-40B0-AE87-DC37B1C1B415}" type="presOf" srcId="{D3CB173D-7BF8-4F2D-A016-DEC7B5A62B61}" destId="{D174CA3A-D3A7-4B81-BC58-48270F6A76BF}" srcOrd="0" destOrd="0" presId="urn:microsoft.com/office/officeart/2008/layout/HorizontalMultiLevelHierarchy"/>
    <dgm:cxn modelId="{791E41E1-5731-40A9-A46C-1510BB2E57A7}" type="presOf" srcId="{F3CFB623-3A8E-4827-BAF6-3DE4CEDCF5F2}" destId="{85B05554-A471-4F55-AEF2-C52CC4771999}" srcOrd="0" destOrd="0" presId="urn:microsoft.com/office/officeart/2008/layout/HorizontalMultiLevelHierarchy"/>
    <dgm:cxn modelId="{6E4170E9-9BC0-47D9-BCDD-3A08CC26A1B2}" srcId="{44EDC1DD-C300-4E54-803F-87520AA1BD36}" destId="{79F074C6-D9AC-4B6B-8C1E-F712727C7EEA}" srcOrd="0" destOrd="0" parTransId="{6CAAAB95-5B85-455E-AF18-35E2BF493D19}" sibTransId="{FE814CAE-C08F-4A4D-BA4A-08E47E2EC8D1}"/>
    <dgm:cxn modelId="{228FF3E9-F2B1-4A47-955D-889C3BDA8993}" type="presOf" srcId="{6CAAAB95-5B85-455E-AF18-35E2BF493D19}" destId="{FB72AF7A-E57B-40AC-85EA-FB5F7E563664}" srcOrd="0" destOrd="0" presId="urn:microsoft.com/office/officeart/2008/layout/HorizontalMultiLevelHierarchy"/>
    <dgm:cxn modelId="{B22E92EB-54B6-4432-96AE-30B49D1EB709}" type="presOf" srcId="{5A02824C-2A9A-4259-A1DC-1D93E0D196CE}" destId="{EBFAE0A7-EC43-46BC-AEDB-A248ABA7BE2E}" srcOrd="0" destOrd="0" presId="urn:microsoft.com/office/officeart/2008/layout/HorizontalMultiLevelHierarchy"/>
    <dgm:cxn modelId="{1BBD96FF-24E8-4AD7-A2DD-908BFAEB3322}" type="presOf" srcId="{99B24464-B808-4FB1-B8F7-C8C8A74E9248}" destId="{3778D2AE-E489-4461-A25F-0631E6BA0E51}" srcOrd="0" destOrd="0" presId="urn:microsoft.com/office/officeart/2008/layout/HorizontalMultiLevelHierarchy"/>
    <dgm:cxn modelId="{B64778BD-5DAC-447F-B4E2-8D83B84D5135}" type="presParOf" srcId="{D1965DAF-1AD6-495A-BFD5-EA73E62C334C}" destId="{2774BD93-8F5B-4621-8148-CEAF9AC40475}" srcOrd="0" destOrd="0" presId="urn:microsoft.com/office/officeart/2008/layout/HorizontalMultiLevelHierarchy"/>
    <dgm:cxn modelId="{FACE0B55-E767-4F3B-BAF4-6A7C65B6135E}" type="presParOf" srcId="{2774BD93-8F5B-4621-8148-CEAF9AC40475}" destId="{C103BF98-DE69-42FD-A0FF-1E68C5D8827B}" srcOrd="0" destOrd="0" presId="urn:microsoft.com/office/officeart/2008/layout/HorizontalMultiLevelHierarchy"/>
    <dgm:cxn modelId="{45AF39D6-AC70-464C-B32F-B58D45307C4B}" type="presParOf" srcId="{2774BD93-8F5B-4621-8148-CEAF9AC40475}" destId="{8076255A-0584-4783-8AA0-3FA331CF6CD3}" srcOrd="1" destOrd="0" presId="urn:microsoft.com/office/officeart/2008/layout/HorizontalMultiLevelHierarchy"/>
    <dgm:cxn modelId="{EB41890E-0AB7-4373-BC25-733AA7B42F28}" type="presParOf" srcId="{8076255A-0584-4783-8AA0-3FA331CF6CD3}" destId="{85B05554-A471-4F55-AEF2-C52CC4771999}" srcOrd="0" destOrd="0" presId="urn:microsoft.com/office/officeart/2008/layout/HorizontalMultiLevelHierarchy"/>
    <dgm:cxn modelId="{64D90F21-C020-4FB1-830F-0C9DB88175C5}" type="presParOf" srcId="{85B05554-A471-4F55-AEF2-C52CC4771999}" destId="{BE9E4EAF-87C2-4193-85CB-E30F8B6C5CAC}" srcOrd="0" destOrd="0" presId="urn:microsoft.com/office/officeart/2008/layout/HorizontalMultiLevelHierarchy"/>
    <dgm:cxn modelId="{9A632EBA-8B04-40C7-8FA5-EE175300C01F}" type="presParOf" srcId="{8076255A-0584-4783-8AA0-3FA331CF6CD3}" destId="{D5A782EC-F4F7-4010-AF33-B2F35592ECE6}" srcOrd="1" destOrd="0" presId="urn:microsoft.com/office/officeart/2008/layout/HorizontalMultiLevelHierarchy"/>
    <dgm:cxn modelId="{15A1DBE0-88B5-4D81-9371-521552A23EF0}" type="presParOf" srcId="{D5A782EC-F4F7-4010-AF33-B2F35592ECE6}" destId="{EBFAE0A7-EC43-46BC-AEDB-A248ABA7BE2E}" srcOrd="0" destOrd="0" presId="urn:microsoft.com/office/officeart/2008/layout/HorizontalMultiLevelHierarchy"/>
    <dgm:cxn modelId="{6F12AE40-18AD-48FF-A1C8-8A98D65789F6}" type="presParOf" srcId="{D5A782EC-F4F7-4010-AF33-B2F35592ECE6}" destId="{DC8919B6-F1BF-42F7-A89D-9E28E8500F36}" srcOrd="1" destOrd="0" presId="urn:microsoft.com/office/officeart/2008/layout/HorizontalMultiLevelHierarchy"/>
    <dgm:cxn modelId="{FA1DB522-155A-451B-BD3E-FD7CD602CF17}" type="presParOf" srcId="{DC8919B6-F1BF-42F7-A89D-9E28E8500F36}" destId="{6AEF020B-4F93-4EE2-A457-C3C4C4272772}" srcOrd="0" destOrd="0" presId="urn:microsoft.com/office/officeart/2008/layout/HorizontalMultiLevelHierarchy"/>
    <dgm:cxn modelId="{F1902CBC-CF5B-4871-8259-33D323B3A55B}" type="presParOf" srcId="{6AEF020B-4F93-4EE2-A457-C3C4C4272772}" destId="{B2E00887-38FA-4EB6-A42C-AB058A2B35AE}" srcOrd="0" destOrd="0" presId="urn:microsoft.com/office/officeart/2008/layout/HorizontalMultiLevelHierarchy"/>
    <dgm:cxn modelId="{B665DC0B-59EF-457B-8BCE-C15D5A482C95}" type="presParOf" srcId="{DC8919B6-F1BF-42F7-A89D-9E28E8500F36}" destId="{144ACB35-D2F9-4750-B1C7-8C691217291E}" srcOrd="1" destOrd="0" presId="urn:microsoft.com/office/officeart/2008/layout/HorizontalMultiLevelHierarchy"/>
    <dgm:cxn modelId="{07DE4D92-632E-4EF5-91E2-EB6A138F2D8C}" type="presParOf" srcId="{144ACB35-D2F9-4750-B1C7-8C691217291E}" destId="{E2C85FAF-8312-4D20-97EA-5058640E81B9}" srcOrd="0" destOrd="0" presId="urn:microsoft.com/office/officeart/2008/layout/HorizontalMultiLevelHierarchy"/>
    <dgm:cxn modelId="{F03D1473-F43F-4F88-AA42-4993F0DDBE84}" type="presParOf" srcId="{144ACB35-D2F9-4750-B1C7-8C691217291E}" destId="{29CFB293-288E-4CEC-AFDE-1B4E43AD8DFE}" srcOrd="1" destOrd="0" presId="urn:microsoft.com/office/officeart/2008/layout/HorizontalMultiLevelHierarchy"/>
    <dgm:cxn modelId="{6E6FCF9C-F5FF-42C2-89D2-AC45F5D781B5}" type="presParOf" srcId="{8076255A-0584-4783-8AA0-3FA331CF6CD3}" destId="{7F193AC7-8E5F-4E1C-8411-0B31171E85DD}" srcOrd="2" destOrd="0" presId="urn:microsoft.com/office/officeart/2008/layout/HorizontalMultiLevelHierarchy"/>
    <dgm:cxn modelId="{865BA5E9-484F-4A00-A6CA-FD31D256EF71}" type="presParOf" srcId="{7F193AC7-8E5F-4E1C-8411-0B31171E85DD}" destId="{57DF160F-7180-4692-BCA4-860F38EB55AC}" srcOrd="0" destOrd="0" presId="urn:microsoft.com/office/officeart/2008/layout/HorizontalMultiLevelHierarchy"/>
    <dgm:cxn modelId="{FF7615A0-233B-43E4-B493-E559A9157208}" type="presParOf" srcId="{8076255A-0584-4783-8AA0-3FA331CF6CD3}" destId="{ECFE6973-04C0-4D49-A52E-3DC008E3EE9F}" srcOrd="3" destOrd="0" presId="urn:microsoft.com/office/officeart/2008/layout/HorizontalMultiLevelHierarchy"/>
    <dgm:cxn modelId="{ABEDA3AF-3BC6-4655-8D8E-91F7A2137C92}" type="presParOf" srcId="{ECFE6973-04C0-4D49-A52E-3DC008E3EE9F}" destId="{91EB27A9-225E-4475-8134-F2914916566B}" srcOrd="0" destOrd="0" presId="urn:microsoft.com/office/officeart/2008/layout/HorizontalMultiLevelHierarchy"/>
    <dgm:cxn modelId="{A742A5FE-34D6-4AB2-9789-CF4FC5F23FC7}" type="presParOf" srcId="{ECFE6973-04C0-4D49-A52E-3DC008E3EE9F}" destId="{48910D61-C185-4F07-A0B8-7C8B5180E580}" srcOrd="1" destOrd="0" presId="urn:microsoft.com/office/officeart/2008/layout/HorizontalMultiLevelHierarchy"/>
    <dgm:cxn modelId="{75FC6456-A763-4585-9DCC-621161B178CC}" type="presParOf" srcId="{48910D61-C185-4F07-A0B8-7C8B5180E580}" destId="{AF43F575-F955-40A1-8541-2E4A7D76B89D}" srcOrd="0" destOrd="0" presId="urn:microsoft.com/office/officeart/2008/layout/HorizontalMultiLevelHierarchy"/>
    <dgm:cxn modelId="{CA6B31E9-4A51-4687-B978-648FA7257831}" type="presParOf" srcId="{AF43F575-F955-40A1-8541-2E4A7D76B89D}" destId="{28418AFB-A4D5-468D-AA81-3F66CA82CCE8}" srcOrd="0" destOrd="0" presId="urn:microsoft.com/office/officeart/2008/layout/HorizontalMultiLevelHierarchy"/>
    <dgm:cxn modelId="{051325F2-169C-4E31-AF03-311345CEE125}" type="presParOf" srcId="{48910D61-C185-4F07-A0B8-7C8B5180E580}" destId="{7A8114F4-8714-4DBC-B482-47179BDA13CC}" srcOrd="1" destOrd="0" presId="urn:microsoft.com/office/officeart/2008/layout/HorizontalMultiLevelHierarchy"/>
    <dgm:cxn modelId="{B18697AA-401B-4464-9254-8E5EF14C2E0F}" type="presParOf" srcId="{7A8114F4-8714-4DBC-B482-47179BDA13CC}" destId="{D7BAC263-FBDB-4FBF-B3FC-32AE2E8B8E8F}" srcOrd="0" destOrd="0" presId="urn:microsoft.com/office/officeart/2008/layout/HorizontalMultiLevelHierarchy"/>
    <dgm:cxn modelId="{9875182C-AFCC-4F4D-B42C-3F2CAA62228C}" type="presParOf" srcId="{7A8114F4-8714-4DBC-B482-47179BDA13CC}" destId="{CF6FB5CF-37CF-4224-8221-55B0C8ABFCDC}" srcOrd="1" destOrd="0" presId="urn:microsoft.com/office/officeart/2008/layout/HorizontalMultiLevelHierarchy"/>
    <dgm:cxn modelId="{D70BBFB4-DAB5-4607-A4C6-2B47167F3FC3}" type="presParOf" srcId="{8076255A-0584-4783-8AA0-3FA331CF6CD3}" destId="{D174CA3A-D3A7-4B81-BC58-48270F6A76BF}" srcOrd="4" destOrd="0" presId="urn:microsoft.com/office/officeart/2008/layout/HorizontalMultiLevelHierarchy"/>
    <dgm:cxn modelId="{D67DA828-8606-47DD-83F2-F4D1493D2B00}" type="presParOf" srcId="{D174CA3A-D3A7-4B81-BC58-48270F6A76BF}" destId="{73F88125-FD80-4BA5-839C-BE1F32A8D477}" srcOrd="0" destOrd="0" presId="urn:microsoft.com/office/officeart/2008/layout/HorizontalMultiLevelHierarchy"/>
    <dgm:cxn modelId="{83C32388-9180-4157-A705-BB0FD33C9266}" type="presParOf" srcId="{8076255A-0584-4783-8AA0-3FA331CF6CD3}" destId="{0265516A-5567-4C07-A1B1-FD23A1B070D9}" srcOrd="5" destOrd="0" presId="urn:microsoft.com/office/officeart/2008/layout/HorizontalMultiLevelHierarchy"/>
    <dgm:cxn modelId="{D9D4C77D-24DB-4494-9A81-2004EDBB5AAD}" type="presParOf" srcId="{0265516A-5567-4C07-A1B1-FD23A1B070D9}" destId="{1837CFA3-69E2-4953-861A-D966747FB726}" srcOrd="0" destOrd="0" presId="urn:microsoft.com/office/officeart/2008/layout/HorizontalMultiLevelHierarchy"/>
    <dgm:cxn modelId="{3F76ACFD-7E74-4226-9856-6CAB4741685A}" type="presParOf" srcId="{0265516A-5567-4C07-A1B1-FD23A1B070D9}" destId="{ABBE427C-4D6B-4A73-B98B-36DF99B0D729}" srcOrd="1" destOrd="0" presId="urn:microsoft.com/office/officeart/2008/layout/HorizontalMultiLevelHierarchy"/>
    <dgm:cxn modelId="{5AD908D7-3280-4FC2-88BC-A4A0ED01B4F1}" type="presParOf" srcId="{ABBE427C-4D6B-4A73-B98B-36DF99B0D729}" destId="{FB72AF7A-E57B-40AC-85EA-FB5F7E563664}" srcOrd="0" destOrd="0" presId="urn:microsoft.com/office/officeart/2008/layout/HorizontalMultiLevelHierarchy"/>
    <dgm:cxn modelId="{851C2A88-6445-46FE-A4FA-2E70871AA46F}" type="presParOf" srcId="{FB72AF7A-E57B-40AC-85EA-FB5F7E563664}" destId="{5B99E3ED-EC34-4E07-A979-1398AD5BF1D7}" srcOrd="0" destOrd="0" presId="urn:microsoft.com/office/officeart/2008/layout/HorizontalMultiLevelHierarchy"/>
    <dgm:cxn modelId="{6C5D5F1B-4D84-4354-845C-4BBF5EBE6595}" type="presParOf" srcId="{ABBE427C-4D6B-4A73-B98B-36DF99B0D729}" destId="{26DDA922-AF98-4ED0-AE14-A774A7D8907A}" srcOrd="1" destOrd="0" presId="urn:microsoft.com/office/officeart/2008/layout/HorizontalMultiLevelHierarchy"/>
    <dgm:cxn modelId="{681B952E-5A58-4190-B4CF-BC6BB6E812FE}" type="presParOf" srcId="{26DDA922-AF98-4ED0-AE14-A774A7D8907A}" destId="{A43DB03B-DA94-4861-8E0F-86D681A59063}" srcOrd="0" destOrd="0" presId="urn:microsoft.com/office/officeart/2008/layout/HorizontalMultiLevelHierarchy"/>
    <dgm:cxn modelId="{F1750986-B06D-421B-9896-B25BE851E223}" type="presParOf" srcId="{26DDA922-AF98-4ED0-AE14-A774A7D8907A}" destId="{04848DC5-412C-482E-8427-6D2DDE577B12}" srcOrd="1" destOrd="0" presId="urn:microsoft.com/office/officeart/2008/layout/HorizontalMultiLevelHierarchy"/>
    <dgm:cxn modelId="{17C0E5C6-9033-4D05-AFFA-22BF988B3F54}" type="presParOf" srcId="{8076255A-0584-4783-8AA0-3FA331CF6CD3}" destId="{22B2AD84-9C84-4C55-BDB2-EF1726C085E2}" srcOrd="6" destOrd="0" presId="urn:microsoft.com/office/officeart/2008/layout/HorizontalMultiLevelHierarchy"/>
    <dgm:cxn modelId="{640CC441-6F4C-4349-B9E5-C4FF4DF298DA}" type="presParOf" srcId="{22B2AD84-9C84-4C55-BDB2-EF1726C085E2}" destId="{48C622AE-9026-43BF-BDCD-E7306ACFCD19}" srcOrd="0" destOrd="0" presId="urn:microsoft.com/office/officeart/2008/layout/HorizontalMultiLevelHierarchy"/>
    <dgm:cxn modelId="{39B3FE62-A071-4325-9B24-4F107DD4F8B1}" type="presParOf" srcId="{8076255A-0584-4783-8AA0-3FA331CF6CD3}" destId="{6E06B90B-2752-4A56-8570-1C723A54F21D}" srcOrd="7" destOrd="0" presId="urn:microsoft.com/office/officeart/2008/layout/HorizontalMultiLevelHierarchy"/>
    <dgm:cxn modelId="{FFE4F5A3-975A-4E27-8226-9952FD6797F7}" type="presParOf" srcId="{6E06B90B-2752-4A56-8570-1C723A54F21D}" destId="{0E78CC75-2843-4CFD-9E4C-02D318D8501F}" srcOrd="0" destOrd="0" presId="urn:microsoft.com/office/officeart/2008/layout/HorizontalMultiLevelHierarchy"/>
    <dgm:cxn modelId="{DBEE1B7F-BFEE-453D-9C5A-3F5C14563A66}" type="presParOf" srcId="{6E06B90B-2752-4A56-8570-1C723A54F21D}" destId="{A170B2EE-927E-4F4C-8978-C343B9730F75}" srcOrd="1" destOrd="0" presId="urn:microsoft.com/office/officeart/2008/layout/HorizontalMultiLevelHierarchy"/>
    <dgm:cxn modelId="{33AB3BA3-256F-4C71-A380-C42CF9F5F594}" type="presParOf" srcId="{A170B2EE-927E-4F4C-8978-C343B9730F75}" destId="{92B9C15E-9F4E-4A11-9F85-ACDE0755EB14}" srcOrd="0" destOrd="0" presId="urn:microsoft.com/office/officeart/2008/layout/HorizontalMultiLevelHierarchy"/>
    <dgm:cxn modelId="{C1E9DE93-4201-459D-B315-A379838267A8}" type="presParOf" srcId="{92B9C15E-9F4E-4A11-9F85-ACDE0755EB14}" destId="{73C1A046-C2FC-4CDB-85BF-270B4AD660DF}" srcOrd="0" destOrd="0" presId="urn:microsoft.com/office/officeart/2008/layout/HorizontalMultiLevelHierarchy"/>
    <dgm:cxn modelId="{DDD1ED2E-7AB7-4557-9F82-96C2D06FB204}" type="presParOf" srcId="{A170B2EE-927E-4F4C-8978-C343B9730F75}" destId="{9A33D066-9530-4F4F-BED7-1244E2686075}" srcOrd="1" destOrd="0" presId="urn:microsoft.com/office/officeart/2008/layout/HorizontalMultiLevelHierarchy"/>
    <dgm:cxn modelId="{F047518B-8CFA-4B43-A8A3-06C30E0EFC05}" type="presParOf" srcId="{9A33D066-9530-4F4F-BED7-1244E2686075}" destId="{3778D2AE-E489-4461-A25F-0631E6BA0E51}" srcOrd="0" destOrd="0" presId="urn:microsoft.com/office/officeart/2008/layout/HorizontalMultiLevelHierarchy"/>
    <dgm:cxn modelId="{5CA6BE04-4C31-4148-B66E-BCAAB5AFE10B}" type="presParOf" srcId="{9A33D066-9530-4F4F-BED7-1244E2686075}" destId="{0B8CCF4E-0EA6-4F1D-8D16-5554A964AAD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9C15E-9F4E-4A11-9F85-ACDE0755EB14}">
      <dsp:nvSpPr>
        <dsp:cNvPr id="0" name=""/>
        <dsp:cNvSpPr/>
      </dsp:nvSpPr>
      <dsp:spPr>
        <a:xfrm>
          <a:off x="4313824" y="3636970"/>
          <a:ext cx="5354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459" y="45720"/>
              </a:lnTo>
            </a:path>
          </a:pathLst>
        </a:custGeom>
        <a:noFill/>
        <a:ln w="1905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568167" y="3669303"/>
        <a:ext cx="26772" cy="26772"/>
      </dsp:txXfrm>
    </dsp:sp>
    <dsp:sp modelId="{22B2AD84-9C84-4C55-BDB2-EF1726C085E2}">
      <dsp:nvSpPr>
        <dsp:cNvPr id="0" name=""/>
        <dsp:cNvSpPr/>
      </dsp:nvSpPr>
      <dsp:spPr>
        <a:xfrm>
          <a:off x="1101070" y="2156906"/>
          <a:ext cx="535459" cy="1525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7729" y="0"/>
              </a:lnTo>
              <a:lnTo>
                <a:pt x="267729" y="1525783"/>
              </a:lnTo>
              <a:lnTo>
                <a:pt x="535459" y="1525783"/>
              </a:lnTo>
            </a:path>
          </a:pathLst>
        </a:custGeom>
        <a:noFill/>
        <a:ln w="1905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328374" y="2879373"/>
        <a:ext cx="80850" cy="80850"/>
      </dsp:txXfrm>
    </dsp:sp>
    <dsp:sp modelId="{FB72AF7A-E57B-40AC-85EA-FB5F7E563664}">
      <dsp:nvSpPr>
        <dsp:cNvPr id="0" name=""/>
        <dsp:cNvSpPr/>
      </dsp:nvSpPr>
      <dsp:spPr>
        <a:xfrm>
          <a:off x="4313824" y="2616659"/>
          <a:ext cx="5354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459" y="45720"/>
              </a:lnTo>
            </a:path>
          </a:pathLst>
        </a:custGeom>
        <a:noFill/>
        <a:ln w="1905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568167" y="2648992"/>
        <a:ext cx="26772" cy="26772"/>
      </dsp:txXfrm>
    </dsp:sp>
    <dsp:sp modelId="{D174CA3A-D3A7-4B81-BC58-48270F6A76BF}">
      <dsp:nvSpPr>
        <dsp:cNvPr id="0" name=""/>
        <dsp:cNvSpPr/>
      </dsp:nvSpPr>
      <dsp:spPr>
        <a:xfrm>
          <a:off x="1101070" y="2156906"/>
          <a:ext cx="535459" cy="505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7729" y="0"/>
              </a:lnTo>
              <a:lnTo>
                <a:pt x="267729" y="505472"/>
              </a:lnTo>
              <a:lnTo>
                <a:pt x="535459" y="505472"/>
              </a:lnTo>
            </a:path>
          </a:pathLst>
        </a:custGeom>
        <a:noFill/>
        <a:ln w="1905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350391" y="2391234"/>
        <a:ext cx="36817" cy="36817"/>
      </dsp:txXfrm>
    </dsp:sp>
    <dsp:sp modelId="{AF43F575-F955-40A1-8541-2E4A7D76B89D}">
      <dsp:nvSpPr>
        <dsp:cNvPr id="0" name=""/>
        <dsp:cNvSpPr/>
      </dsp:nvSpPr>
      <dsp:spPr>
        <a:xfrm>
          <a:off x="4313824" y="1596348"/>
          <a:ext cx="5354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459" y="45720"/>
              </a:lnTo>
            </a:path>
          </a:pathLst>
        </a:custGeom>
        <a:noFill/>
        <a:ln w="1905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568167" y="1628682"/>
        <a:ext cx="26772" cy="26772"/>
      </dsp:txXfrm>
    </dsp:sp>
    <dsp:sp modelId="{7F193AC7-8E5F-4E1C-8411-0B31171E85DD}">
      <dsp:nvSpPr>
        <dsp:cNvPr id="0" name=""/>
        <dsp:cNvSpPr/>
      </dsp:nvSpPr>
      <dsp:spPr>
        <a:xfrm>
          <a:off x="1101070" y="1642068"/>
          <a:ext cx="535459" cy="514838"/>
        </a:xfrm>
        <a:custGeom>
          <a:avLst/>
          <a:gdLst/>
          <a:ahLst/>
          <a:cxnLst/>
          <a:rect l="0" t="0" r="0" b="0"/>
          <a:pathLst>
            <a:path>
              <a:moveTo>
                <a:pt x="0" y="514838"/>
              </a:moveTo>
              <a:lnTo>
                <a:pt x="267729" y="514838"/>
              </a:lnTo>
              <a:lnTo>
                <a:pt x="267729" y="0"/>
              </a:lnTo>
              <a:lnTo>
                <a:pt x="535459" y="0"/>
              </a:lnTo>
            </a:path>
          </a:pathLst>
        </a:custGeom>
        <a:noFill/>
        <a:ln w="1905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350229" y="1880917"/>
        <a:ext cx="37140" cy="37140"/>
      </dsp:txXfrm>
    </dsp:sp>
    <dsp:sp modelId="{6AEF020B-4F93-4EE2-A457-C3C4C4272772}">
      <dsp:nvSpPr>
        <dsp:cNvPr id="0" name=""/>
        <dsp:cNvSpPr/>
      </dsp:nvSpPr>
      <dsp:spPr>
        <a:xfrm>
          <a:off x="4313824" y="576037"/>
          <a:ext cx="53545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459" y="45720"/>
              </a:lnTo>
            </a:path>
          </a:pathLst>
        </a:custGeom>
        <a:noFill/>
        <a:ln w="1905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568167" y="608371"/>
        <a:ext cx="26772" cy="26772"/>
      </dsp:txXfrm>
    </dsp:sp>
    <dsp:sp modelId="{85B05554-A471-4F55-AEF2-C52CC4771999}">
      <dsp:nvSpPr>
        <dsp:cNvPr id="0" name=""/>
        <dsp:cNvSpPr/>
      </dsp:nvSpPr>
      <dsp:spPr>
        <a:xfrm>
          <a:off x="1101070" y="621757"/>
          <a:ext cx="535459" cy="1535148"/>
        </a:xfrm>
        <a:custGeom>
          <a:avLst/>
          <a:gdLst/>
          <a:ahLst/>
          <a:cxnLst/>
          <a:rect l="0" t="0" r="0" b="0"/>
          <a:pathLst>
            <a:path>
              <a:moveTo>
                <a:pt x="0" y="1535148"/>
              </a:moveTo>
              <a:lnTo>
                <a:pt x="267729" y="1535148"/>
              </a:lnTo>
              <a:lnTo>
                <a:pt x="267729" y="0"/>
              </a:lnTo>
              <a:lnTo>
                <a:pt x="535459" y="0"/>
              </a:lnTo>
            </a:path>
          </a:pathLst>
        </a:custGeom>
        <a:noFill/>
        <a:ln w="1905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328153" y="1348686"/>
        <a:ext cx="81292" cy="81292"/>
      </dsp:txXfrm>
    </dsp:sp>
    <dsp:sp modelId="{C103BF98-DE69-42FD-A0FF-1E68C5D8827B}">
      <dsp:nvSpPr>
        <dsp:cNvPr id="0" name=""/>
        <dsp:cNvSpPr/>
      </dsp:nvSpPr>
      <dsp:spPr>
        <a:xfrm rot="16200000">
          <a:off x="-997762" y="1748782"/>
          <a:ext cx="3381417" cy="816248"/>
        </a:xfrm>
        <a:prstGeom prst="rect">
          <a:avLst/>
        </a:prstGeom>
        <a:gradFill rotWithShape="0">
          <a:gsLst>
            <a:gs pos="0">
              <a:schemeClr val="accent1">
                <a:alpha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  In the dark</a:t>
          </a:r>
        </a:p>
      </dsp:txBody>
      <dsp:txXfrm>
        <a:off x="-997762" y="1748782"/>
        <a:ext cx="3381417" cy="816248"/>
      </dsp:txXfrm>
    </dsp:sp>
    <dsp:sp modelId="{EBFAE0A7-EC43-46BC-AEDB-A248ABA7BE2E}">
      <dsp:nvSpPr>
        <dsp:cNvPr id="0" name=""/>
        <dsp:cNvSpPr/>
      </dsp:nvSpPr>
      <dsp:spPr>
        <a:xfrm>
          <a:off x="1636529" y="213633"/>
          <a:ext cx="2677295" cy="816248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7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Nodes</a:t>
          </a:r>
          <a:r>
            <a:rPr lang="en-US" sz="1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Keystone SE nodes </a:t>
          </a:r>
          <a:endParaRPr lang="en-US" sz="1200" kern="1200" dirty="0"/>
        </a:p>
      </dsp:txBody>
      <dsp:txXfrm>
        <a:off x="1636529" y="213633"/>
        <a:ext cx="2677295" cy="816248"/>
      </dsp:txXfrm>
    </dsp:sp>
    <dsp:sp modelId="{E2C85FAF-8312-4D20-97EA-5058640E81B9}">
      <dsp:nvSpPr>
        <dsp:cNvPr id="0" name=""/>
        <dsp:cNvSpPr/>
      </dsp:nvSpPr>
      <dsp:spPr>
        <a:xfrm>
          <a:off x="4849283" y="213633"/>
          <a:ext cx="2677295" cy="816248"/>
        </a:xfrm>
        <a:prstGeom prst="rect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Interaction strength, hub scores, node centrality</a:t>
          </a:r>
        </a:p>
      </dsp:txBody>
      <dsp:txXfrm>
        <a:off x="4849283" y="213633"/>
        <a:ext cx="2677295" cy="816248"/>
      </dsp:txXfrm>
    </dsp:sp>
    <dsp:sp modelId="{91EB27A9-225E-4475-8134-F2914916566B}">
      <dsp:nvSpPr>
        <dsp:cNvPr id="0" name=""/>
        <dsp:cNvSpPr/>
      </dsp:nvSpPr>
      <dsp:spPr>
        <a:xfrm>
          <a:off x="1636529" y="1233944"/>
          <a:ext cx="2677295" cy="816248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7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Links</a:t>
          </a:r>
          <a:r>
            <a:rPr lang="en-US" sz="1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: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Duality of interactions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Hidden interactions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Forbidden interactions</a:t>
          </a:r>
        </a:p>
      </dsp:txBody>
      <dsp:txXfrm>
        <a:off x="1636529" y="1233944"/>
        <a:ext cx="2677295" cy="816248"/>
      </dsp:txXfrm>
    </dsp:sp>
    <dsp:sp modelId="{D7BAC263-FBDB-4FBF-B3FC-32AE2E8B8E8F}">
      <dsp:nvSpPr>
        <dsp:cNvPr id="0" name=""/>
        <dsp:cNvSpPr/>
      </dsp:nvSpPr>
      <dsp:spPr>
        <a:xfrm>
          <a:off x="4849283" y="1233944"/>
          <a:ext cx="2677295" cy="816248"/>
        </a:xfrm>
        <a:prstGeom prst="rect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Degree, centrality, clustering, temporal activity, functional roles</a:t>
          </a:r>
        </a:p>
      </dsp:txBody>
      <dsp:txXfrm>
        <a:off x="4849283" y="1233944"/>
        <a:ext cx="2677295" cy="816248"/>
      </dsp:txXfrm>
    </dsp:sp>
    <dsp:sp modelId="{1837CFA3-69E2-4953-861A-D966747FB726}">
      <dsp:nvSpPr>
        <dsp:cNvPr id="0" name=""/>
        <dsp:cNvSpPr/>
      </dsp:nvSpPr>
      <dsp:spPr>
        <a:xfrm>
          <a:off x="1636529" y="2254255"/>
          <a:ext cx="2677295" cy="816248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7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External</a:t>
          </a:r>
          <a:r>
            <a:rPr lang="en-US" sz="1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 Environmental effects on SENs</a:t>
          </a:r>
          <a:endParaRPr lang="en-US" sz="1200" kern="1200" dirty="0"/>
        </a:p>
      </dsp:txBody>
      <dsp:txXfrm>
        <a:off x="1636529" y="2254255"/>
        <a:ext cx="2677295" cy="816248"/>
      </dsp:txXfrm>
    </dsp:sp>
    <dsp:sp modelId="{A43DB03B-DA94-4861-8E0F-86D681A59063}">
      <dsp:nvSpPr>
        <dsp:cNvPr id="0" name=""/>
        <dsp:cNvSpPr/>
      </dsp:nvSpPr>
      <dsp:spPr>
        <a:xfrm>
          <a:off x="4849283" y="2254255"/>
          <a:ext cx="2677295" cy="816248"/>
        </a:xfrm>
        <a:prstGeom prst="rect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Linear models, Mixed-effects models (GLMMs, GAMMs), Spatial autoregressive models (SAR), Bayesian models, Latent space models,  Exponential Random Graph Models (ERGMs), Machine Learning models, Multivariate tests.</a:t>
          </a:r>
        </a:p>
      </dsp:txBody>
      <dsp:txXfrm>
        <a:off x="4849283" y="2254255"/>
        <a:ext cx="2677295" cy="816248"/>
      </dsp:txXfrm>
    </dsp:sp>
    <dsp:sp modelId="{0E78CC75-2843-4CFD-9E4C-02D318D8501F}">
      <dsp:nvSpPr>
        <dsp:cNvPr id="0" name=""/>
        <dsp:cNvSpPr/>
      </dsp:nvSpPr>
      <dsp:spPr>
        <a:xfrm>
          <a:off x="1636529" y="3274565"/>
          <a:ext cx="2677295" cy="816248"/>
        </a:xfrm>
        <a:prstGeom prst="rect">
          <a:avLst/>
        </a:prstGeom>
        <a:gradFill rotWithShape="0">
          <a:gsLst>
            <a:gs pos="0">
              <a:schemeClr val="accent1">
                <a:alpha val="7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7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7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Networks</a:t>
          </a:r>
          <a:r>
            <a:rPr lang="en-US" sz="1200" kern="1200" dirty="0"/>
            <a:t>: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Emergent properties</a:t>
          </a:r>
        </a:p>
      </dsp:txBody>
      <dsp:txXfrm>
        <a:off x="1636529" y="3274565"/>
        <a:ext cx="2677295" cy="816248"/>
      </dsp:txXfrm>
    </dsp:sp>
    <dsp:sp modelId="{3778D2AE-E489-4461-A25F-0631E6BA0E51}">
      <dsp:nvSpPr>
        <dsp:cNvPr id="0" name=""/>
        <dsp:cNvSpPr/>
      </dsp:nvSpPr>
      <dsp:spPr>
        <a:xfrm>
          <a:off x="4849283" y="3274565"/>
          <a:ext cx="2677295" cy="816248"/>
        </a:xfrm>
        <a:prstGeom prst="rect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Robustness, Flow betweenness, Hierarchy  centralization, Modularity  and participation, </a:t>
          </a:r>
          <a:r>
            <a:rPr lang="en-US" sz="1200" kern="1200" dirty="0" err="1"/>
            <a:t>assortativity</a:t>
          </a:r>
          <a:r>
            <a:rPr lang="en-US" sz="1200" kern="1200" dirty="0"/>
            <a:t>   </a:t>
          </a:r>
        </a:p>
      </dsp:txBody>
      <dsp:txXfrm>
        <a:off x="4849283" y="3274565"/>
        <a:ext cx="2677295" cy="816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C97D9-0EEF-4CA2-9313-FEA8ECF4171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BC741-4CBA-4154-BDBF-FAC3F56D23D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1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975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6BC741-4CBA-4154-BDBF-FAC3F56D23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9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58FEB-5FF5-7792-D81A-E014EA60E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448B42-9102-B5D5-55DC-B18CD88D7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7E91E5-CA9F-9BED-85B9-464411C4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8A58A-6152-88D4-38AC-F5B4766E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BFEFBB-5394-3EB9-40C2-5547AFAC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16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AEB4E-FC19-EB05-DDA9-3E2D3593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458625-565D-9A5E-A037-55765F1CF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1655F7-554C-AB5F-9159-00B515872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88D88A-9830-BC6E-8AFD-3F6D8143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BF097B-F170-A49B-F503-A7F0E372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37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B4A4F-7F31-F9BC-E061-30AE665A0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1ED284-1CD2-D24B-C602-6D3733F3E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23349C-91F2-B653-F5FA-81AA47B6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8AB57B-16AD-6D92-55F4-44982DC0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D837E-FCC5-C238-A04B-F4E0AFBF1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13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C8829-B86A-9253-DA7E-9AD326DE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3BB494-AB61-54FA-0FF8-5EBD869C5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563969-0F31-2499-8500-E9CCE2995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0DDD24-D62B-BBF7-C3E2-4F998456A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21840F-DD41-152B-838C-54E006350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8C6168-C813-CBF8-CA47-BEE5F393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9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656CE-3F78-E459-F2FB-67A4A6F0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6A01B3-175C-F630-D1B2-DBDE4BD45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A736EC-01F1-8332-34C8-EB1CCF28D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B2DF50-5722-246B-C285-5E056D82B4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3EAE8E7-7B13-D9FE-33FE-80F8E45AE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6F91AAB-7777-863B-9511-B12B1E18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F7391E-CCA0-6217-B297-0069204E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6D3A8B8-C29D-D3A0-6DEF-6DEB62F4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06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F0CE5-49D4-19AD-F52F-3029EEE6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D57B20-366D-4C70-B606-8B0910946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751E17-9797-B539-9EFD-60D2EBE4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2DCC3E-9412-B94B-851A-AACCC6EC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1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9540092-9FE3-26DC-7821-44DC21BB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628B96F-75C8-E111-8A28-37F95BFE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468688-21C5-0AFF-DE3F-B93A34B9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11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7DFF9-C034-8FDA-53D4-659035D1F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E09AE6-35B5-6E30-D2D5-2C873D927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270C6C-A091-672E-2C36-B9C3FD0B1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D18278-120D-9701-24A1-323A61B4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0E084D-943D-365F-9283-E1548AE9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C1E970-AF8A-3290-8EB7-B839B440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5AF16-7B3C-8947-57FC-C4E79F92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75B0FEF-38E3-A180-C9F2-550E3F105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7B5B5B-31C0-FF48-5020-E1AC22ED4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904686-89A8-6326-FF25-D0AFCBAE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EA4F97-C9FF-5EAA-40A7-ECB3358D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5E2485-99D3-BD55-50E4-79494C0E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D875E-3B96-DE16-2AFE-88162ED3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574985-B62F-CD32-A059-D9AA9C8FA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A0603F-285E-9BBE-2AB4-BAC6A3D8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CEB82-C4B7-5ACF-D6D5-7DC44AAF5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F5F600-5473-6ED8-78C6-15CE272E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4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08423A-329C-CEEA-B871-14150A4BA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DB1966-1786-DB8B-5106-99C418CD4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DAD47A-63B7-0395-84B1-91E005DD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8CB601-FD5D-F988-5503-5CDB9799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953881-08A4-148F-68FA-E919EDBC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1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39CBDA6-24C9-5EDE-13A0-0922C4AE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641B06-BF99-20F8-42A1-1D8D86F9F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3091EB-ABCA-CACB-D162-15256B317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38324-4558-4D6E-976E-ECEFFCFEC9A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F1CD1E-C69A-9CD2-BC95-F68DF14AC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B24430-4938-3287-11E9-9581B013FA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2EE61-926A-40D9-AE02-576F392EF6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24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1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jpe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1.png"/><Relationship Id="rId32" Type="http://schemas.openxmlformats.org/officeDocument/2006/relationships/image" Target="../media/image2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microsoft.com/office/2007/relationships/hdphoto" Target="../media/hdphoto1.wdp"/><Relationship Id="rId28" Type="http://schemas.openxmlformats.org/officeDocument/2006/relationships/image" Target="../media/image25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4.png"/><Relationship Id="rId30" Type="http://schemas.openxmlformats.org/officeDocument/2006/relationships/image" Target="../media/image27.svg"/><Relationship Id="rId8" Type="http://schemas.openxmlformats.org/officeDocument/2006/relationships/image" Target="../media/image6.bin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37.png"/><Relationship Id="rId18" Type="http://schemas.openxmlformats.org/officeDocument/2006/relationships/image" Target="../media/image31.svg"/><Relationship Id="rId3" Type="http://schemas.openxmlformats.org/officeDocument/2006/relationships/image" Target="../media/image32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36.sv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0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35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39.png"/><Relationship Id="rId10" Type="http://schemas.openxmlformats.org/officeDocument/2006/relationships/image" Target="../media/image34.svg"/><Relationship Id="rId19" Type="http://schemas.openxmlformats.org/officeDocument/2006/relationships/image" Target="../media/image28.png"/><Relationship Id="rId4" Type="http://schemas.openxmlformats.org/officeDocument/2006/relationships/diagramData" Target="../diagrams/data1.xml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1752E1-126A-A939-906D-7EAD6C989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181" y="-37841"/>
            <a:ext cx="1805025" cy="2061656"/>
          </a:xfrm>
          <a:prstGeom prst="rect">
            <a:avLst/>
          </a:prstGeom>
        </p:spPr>
      </p:pic>
      <p:pic>
        <p:nvPicPr>
          <p:cNvPr id="5" name="Picture 4" descr="A bat flying in the sky&#10;&#10;Description automatically generated">
            <a:extLst>
              <a:ext uri="{FF2B5EF4-FFF2-40B4-BE49-F238E27FC236}">
                <a16:creationId xmlns:a16="http://schemas.microsoft.com/office/drawing/2014/main" id="{2CDDE95A-141A-8999-0B05-E19ECC5AD2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999" y="5753734"/>
            <a:ext cx="1577523" cy="1104266"/>
          </a:xfrm>
          <a:prstGeom prst="rect">
            <a:avLst/>
          </a:prstGeom>
        </p:spPr>
      </p:pic>
      <p:sp>
        <p:nvSpPr>
          <p:cNvPr id="146" name="TextBox 1"/>
          <p:cNvSpPr txBox="1"/>
          <p:nvPr/>
        </p:nvSpPr>
        <p:spPr>
          <a:xfrm>
            <a:off x="3999261" y="4544398"/>
            <a:ext cx="585298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/>
              <a:t>Cashew/Areca nut</a:t>
            </a:r>
          </a:p>
        </p:txBody>
      </p:sp>
      <p:sp>
        <p:nvSpPr>
          <p:cNvPr id="147" name="TextBox 11"/>
          <p:cNvSpPr txBox="1"/>
          <p:nvPr/>
        </p:nvSpPr>
        <p:spPr>
          <a:xfrm>
            <a:off x="1446895" y="1776657"/>
            <a:ext cx="707378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/>
              <a:t>Livestock</a:t>
            </a:r>
          </a:p>
        </p:txBody>
      </p:sp>
      <p:sp>
        <p:nvSpPr>
          <p:cNvPr id="148" name="TextBox 2"/>
          <p:cNvSpPr txBox="1"/>
          <p:nvPr/>
        </p:nvSpPr>
        <p:spPr>
          <a:xfrm>
            <a:off x="3867957" y="6583706"/>
            <a:ext cx="1348561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pt-BR" sz="1000" dirty="0"/>
              <a:t>Fruit bats</a:t>
            </a:r>
            <a:endParaRPr sz="1000" dirty="0"/>
          </a:p>
        </p:txBody>
      </p:sp>
      <p:sp>
        <p:nvSpPr>
          <p:cNvPr id="149" name="TextBox 140"/>
          <p:cNvSpPr txBox="1"/>
          <p:nvPr/>
        </p:nvSpPr>
        <p:spPr>
          <a:xfrm>
            <a:off x="6821970" y="2738492"/>
            <a:ext cx="1065358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 dirty="0"/>
              <a:t>Other people in the landscape</a:t>
            </a:r>
          </a:p>
        </p:txBody>
      </p:sp>
      <p:sp>
        <p:nvSpPr>
          <p:cNvPr id="150" name="TextBox 148"/>
          <p:cNvSpPr txBox="1"/>
          <p:nvPr/>
        </p:nvSpPr>
        <p:spPr>
          <a:xfrm>
            <a:off x="706248" y="348861"/>
            <a:ext cx="1102368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 dirty="0"/>
              <a:t>Socio-economic changes</a:t>
            </a:r>
          </a:p>
        </p:txBody>
      </p:sp>
      <p:sp>
        <p:nvSpPr>
          <p:cNvPr id="152" name="TextBox 5"/>
          <p:cNvSpPr txBox="1"/>
          <p:nvPr/>
        </p:nvSpPr>
        <p:spPr>
          <a:xfrm>
            <a:off x="7034692" y="4140437"/>
            <a:ext cx="540001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/>
              <a:t>Forest fruits</a:t>
            </a:r>
          </a:p>
        </p:txBody>
      </p:sp>
      <p:sp>
        <p:nvSpPr>
          <p:cNvPr id="153" name="TextBox 13"/>
          <p:cNvSpPr txBox="1"/>
          <p:nvPr/>
        </p:nvSpPr>
        <p:spPr>
          <a:xfrm>
            <a:off x="3185551" y="1481"/>
            <a:ext cx="635000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45720" bIns="45720">
            <a:spAutoFit/>
          </a:bodyPr>
          <a:lstStyle>
            <a:lvl1pPr algn="ctr" defTabSz="1828800"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sz="1200" dirty="0"/>
              <a:t>Market</a:t>
            </a:r>
          </a:p>
        </p:txBody>
      </p:sp>
      <p:sp>
        <p:nvSpPr>
          <p:cNvPr id="154" name="TextBox 4"/>
          <p:cNvSpPr txBox="1"/>
          <p:nvPr/>
        </p:nvSpPr>
        <p:spPr>
          <a:xfrm>
            <a:off x="1348658" y="5286399"/>
            <a:ext cx="1470499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 defTabSz="177800"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sz="1000" dirty="0"/>
              <a:t>Other pulpy fruits</a:t>
            </a:r>
          </a:p>
          <a:p>
            <a:pPr algn="ctr" defTabSz="177800"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sz="1000" dirty="0"/>
              <a:t>(mango/guava/sapota)</a:t>
            </a:r>
          </a:p>
        </p:txBody>
      </p:sp>
      <p:sp>
        <p:nvSpPr>
          <p:cNvPr id="155" name="TextBox 12"/>
          <p:cNvSpPr txBox="1"/>
          <p:nvPr/>
        </p:nvSpPr>
        <p:spPr>
          <a:xfrm>
            <a:off x="3237115" y="2055060"/>
            <a:ext cx="1043768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 dirty="0"/>
              <a:t>Plantation manager/owner</a:t>
            </a:r>
          </a:p>
        </p:txBody>
      </p:sp>
      <p:sp>
        <p:nvSpPr>
          <p:cNvPr id="156" name="TextBox 10"/>
          <p:cNvSpPr txBox="1"/>
          <p:nvPr/>
        </p:nvSpPr>
        <p:spPr>
          <a:xfrm>
            <a:off x="4706313" y="1127793"/>
            <a:ext cx="806913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 dirty="0"/>
              <a:t>Plantation </a:t>
            </a:r>
            <a:r>
              <a:rPr sz="1000" dirty="0" err="1"/>
              <a:t>labour</a:t>
            </a:r>
            <a:r>
              <a:rPr sz="1000" dirty="0"/>
              <a:t>, nut collection</a:t>
            </a:r>
          </a:p>
        </p:txBody>
      </p:sp>
      <p:pic>
        <p:nvPicPr>
          <p:cNvPr id="157" name="Picture 73" descr="Picture 73"/>
          <p:cNvPicPr>
            <a:picLocks noChangeAspect="1"/>
          </p:cNvPicPr>
          <p:nvPr/>
        </p:nvPicPr>
        <p:blipFill>
          <a:blip r:embed="rId5"/>
          <a:srcRect l="61049" t="10480" r="12216" b="61461"/>
          <a:stretch>
            <a:fillRect/>
          </a:stretch>
        </p:blipFill>
        <p:spPr>
          <a:xfrm>
            <a:off x="4575631" y="2325635"/>
            <a:ext cx="630378" cy="557777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Box 3"/>
          <p:cNvSpPr txBox="1"/>
          <p:nvPr/>
        </p:nvSpPr>
        <p:spPr>
          <a:xfrm>
            <a:off x="7358532" y="6241579"/>
            <a:ext cx="1470499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/>
          <a:p>
            <a:pPr algn="ctr" defTabSz="177800"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sz="1000" dirty="0"/>
              <a:t>Ecological changes</a:t>
            </a:r>
          </a:p>
          <a:p>
            <a:pPr algn="ctr" defTabSz="177800"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sz="1000" dirty="0"/>
              <a:t>(</a:t>
            </a:r>
            <a:r>
              <a:rPr lang="en-US" sz="1000" dirty="0"/>
              <a:t>relevant for One Health and</a:t>
            </a:r>
            <a:r>
              <a:rPr sz="1000" dirty="0"/>
              <a:t> conservation)</a:t>
            </a:r>
          </a:p>
        </p:txBody>
      </p:sp>
      <p:grpSp>
        <p:nvGrpSpPr>
          <p:cNvPr id="161" name="Agrupar"/>
          <p:cNvGrpSpPr/>
          <p:nvPr/>
        </p:nvGrpSpPr>
        <p:grpSpPr>
          <a:xfrm>
            <a:off x="9457171" y="4775185"/>
            <a:ext cx="1921905" cy="205184"/>
            <a:chOff x="0" y="9446"/>
            <a:chExt cx="3843809" cy="410366"/>
          </a:xfrm>
        </p:grpSpPr>
        <p:sp>
          <p:nvSpPr>
            <p:cNvPr id="159" name="Straight Arrow Connector 108"/>
            <p:cNvSpPr/>
            <p:nvPr/>
          </p:nvSpPr>
          <p:spPr>
            <a:xfrm>
              <a:off x="0" y="216033"/>
              <a:ext cx="1080000" cy="1"/>
            </a:xfrm>
            <a:prstGeom prst="line">
              <a:avLst/>
            </a:prstGeom>
            <a:noFill/>
            <a:ln w="50800" cap="flat">
              <a:solidFill>
                <a:srgbClr val="C04F15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pPr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TextBox 111"/>
            <p:cNvSpPr txBox="1"/>
            <p:nvPr/>
          </p:nvSpPr>
          <p:spPr>
            <a:xfrm>
              <a:off x="1146688" y="9446"/>
              <a:ext cx="2697121" cy="410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defTabSz="355600">
                <a:spcBef>
                  <a:spcPts val="4700"/>
                </a:spcBef>
                <a:defRPr sz="2000">
                  <a:solidFill>
                    <a:srgbClr val="53585F"/>
                  </a:solidFill>
                  <a:latin typeface="Graphik Medium"/>
                  <a:ea typeface="Graphik Medium"/>
                  <a:cs typeface="Graphik Medium"/>
                  <a:sym typeface="Graphik Medium"/>
                </a:defRPr>
              </a:lvl1pPr>
            </a:lstStyle>
            <a:p>
              <a:r>
                <a:rPr sz="1000" dirty="0">
                  <a:latin typeface="Arial" panose="020B0604020202020204" pitchFamily="34" charset="0"/>
                  <a:cs typeface="Arial" panose="020B0604020202020204" pitchFamily="34" charset="0"/>
                </a:rPr>
                <a:t>Social links</a:t>
              </a:r>
            </a:p>
          </p:txBody>
        </p:sp>
      </p:grpSp>
      <p:grpSp>
        <p:nvGrpSpPr>
          <p:cNvPr id="164" name="Agrupar"/>
          <p:cNvGrpSpPr/>
          <p:nvPr/>
        </p:nvGrpSpPr>
        <p:grpSpPr>
          <a:xfrm>
            <a:off x="9458268" y="5145106"/>
            <a:ext cx="1920807" cy="205184"/>
            <a:chOff x="0" y="9446"/>
            <a:chExt cx="3841613" cy="410366"/>
          </a:xfrm>
        </p:grpSpPr>
        <p:sp>
          <p:nvSpPr>
            <p:cNvPr id="162" name="Straight Arrow Connector 112"/>
            <p:cNvSpPr/>
            <p:nvPr/>
          </p:nvSpPr>
          <p:spPr>
            <a:xfrm>
              <a:off x="0" y="214629"/>
              <a:ext cx="1075611" cy="1"/>
            </a:xfrm>
            <a:prstGeom prst="line">
              <a:avLst/>
            </a:prstGeom>
            <a:noFill/>
            <a:ln w="50800" cap="flat">
              <a:solidFill>
                <a:srgbClr val="008F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pPr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TextBox 114"/>
            <p:cNvSpPr txBox="1"/>
            <p:nvPr/>
          </p:nvSpPr>
          <p:spPr>
            <a:xfrm>
              <a:off x="1144492" y="9446"/>
              <a:ext cx="2697121" cy="410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defTabSz="355600">
                <a:spcBef>
                  <a:spcPts val="4700"/>
                </a:spcBef>
                <a:defRPr sz="2000">
                  <a:solidFill>
                    <a:srgbClr val="53585F"/>
                  </a:solidFill>
                  <a:latin typeface="Graphik Medium"/>
                  <a:ea typeface="Graphik Medium"/>
                  <a:cs typeface="Graphik Medium"/>
                  <a:sym typeface="Graphik Medium"/>
                </a:defRPr>
              </a:lvl1pPr>
            </a:lstStyle>
            <a:p>
              <a:r>
                <a:rPr sz="1000" dirty="0">
                  <a:latin typeface="Arial" panose="020B0604020202020204" pitchFamily="34" charset="0"/>
                  <a:cs typeface="Arial" panose="020B0604020202020204" pitchFamily="34" charset="0"/>
                </a:rPr>
                <a:t>Ecological links</a:t>
              </a:r>
            </a:p>
          </p:txBody>
        </p:sp>
      </p:grpSp>
      <p:grpSp>
        <p:nvGrpSpPr>
          <p:cNvPr id="167" name="Agrupar"/>
          <p:cNvGrpSpPr/>
          <p:nvPr/>
        </p:nvGrpSpPr>
        <p:grpSpPr>
          <a:xfrm>
            <a:off x="9457170" y="5514324"/>
            <a:ext cx="2209695" cy="205184"/>
            <a:chOff x="-1" y="9446"/>
            <a:chExt cx="4419388" cy="410366"/>
          </a:xfrm>
        </p:grpSpPr>
        <p:sp>
          <p:nvSpPr>
            <p:cNvPr id="165" name="Straight Arrow Connector 115"/>
            <p:cNvSpPr/>
            <p:nvPr/>
          </p:nvSpPr>
          <p:spPr>
            <a:xfrm flipV="1">
              <a:off x="-1" y="214629"/>
              <a:ext cx="1080001" cy="3"/>
            </a:xfrm>
            <a:prstGeom prst="line">
              <a:avLst/>
            </a:prstGeom>
            <a:noFill/>
            <a:ln w="50800" cap="flat">
              <a:solidFill>
                <a:srgbClr val="A7B8C6"/>
              </a:solidFill>
              <a:prstDash val="sysDash"/>
              <a:miter lim="800000"/>
              <a:tailEnd type="triangle" w="med" len="med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pPr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  <a:endParaRPr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extBox 117"/>
            <p:cNvSpPr txBox="1"/>
            <p:nvPr/>
          </p:nvSpPr>
          <p:spPr>
            <a:xfrm>
              <a:off x="1146688" y="9446"/>
              <a:ext cx="3272699" cy="410366"/>
            </a:xfrm>
            <a:prstGeom prst="rect">
              <a:avLst/>
            </a:prstGeom>
            <a:noFill/>
            <a:ln w="12700" cap="flat">
              <a:solidFill>
                <a:schemeClr val="tx1"/>
              </a:solidFill>
              <a:prstDash val="sysDash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defTabSz="355600">
                <a:spcBef>
                  <a:spcPts val="4700"/>
                </a:spcBef>
                <a:defRPr sz="2000">
                  <a:solidFill>
                    <a:srgbClr val="53585F"/>
                  </a:solidFill>
                  <a:latin typeface="Graphik Medium"/>
                  <a:ea typeface="Graphik Medium"/>
                  <a:cs typeface="Graphik Medium"/>
                  <a:sym typeface="Graphik Medium"/>
                </a:defRPr>
              </a:lvl1pPr>
            </a:lstStyle>
            <a:p>
              <a:r>
                <a:rPr sz="1000" dirty="0">
                  <a:latin typeface="Arial" panose="020B0604020202020204" pitchFamily="34" charset="0"/>
                  <a:cs typeface="Arial" panose="020B0604020202020204" pitchFamily="34" charset="0"/>
                </a:rPr>
                <a:t>Socio-ecological links</a:t>
              </a:r>
            </a:p>
          </p:txBody>
        </p:sp>
      </p:grpSp>
      <p:grpSp>
        <p:nvGrpSpPr>
          <p:cNvPr id="170" name="Agrupar"/>
          <p:cNvGrpSpPr/>
          <p:nvPr/>
        </p:nvGrpSpPr>
        <p:grpSpPr>
          <a:xfrm>
            <a:off x="9457170" y="5883543"/>
            <a:ext cx="2713906" cy="205184"/>
            <a:chOff x="0" y="9446"/>
            <a:chExt cx="5427809" cy="410366"/>
          </a:xfrm>
        </p:grpSpPr>
        <p:sp>
          <p:nvSpPr>
            <p:cNvPr id="168" name="Straight Arrow Connector 118"/>
            <p:cNvSpPr/>
            <p:nvPr/>
          </p:nvSpPr>
          <p:spPr>
            <a:xfrm>
              <a:off x="0" y="214629"/>
              <a:ext cx="1080000" cy="1"/>
            </a:xfrm>
            <a:prstGeom prst="line">
              <a:avLst/>
            </a:prstGeom>
            <a:noFill/>
            <a:ln w="50800" cap="flat">
              <a:solidFill>
                <a:srgbClr val="5E5E5E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20" tIns="45720" rIns="45720" bIns="45720" numCol="1" anchor="t">
              <a:noAutofit/>
            </a:bodyPr>
            <a:lstStyle/>
            <a:p>
              <a:pPr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TextBox 119"/>
            <p:cNvSpPr txBox="1"/>
            <p:nvPr/>
          </p:nvSpPr>
          <p:spPr>
            <a:xfrm>
              <a:off x="1146687" y="9446"/>
              <a:ext cx="4281122" cy="410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defTabSz="355600">
                <a:spcBef>
                  <a:spcPts val="4700"/>
                </a:spcBef>
                <a:defRPr sz="2000">
                  <a:solidFill>
                    <a:srgbClr val="53585F"/>
                  </a:solidFill>
                  <a:latin typeface="Graphik Medium"/>
                  <a:ea typeface="Graphik Medium"/>
                  <a:cs typeface="Graphik Medium"/>
                  <a:sym typeface="Graphik Medium"/>
                </a:defRPr>
              </a:lvl1pPr>
            </a:lstStyle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  <a:r>
                <a:rPr sz="1000" dirty="0">
                  <a:latin typeface="Arial" panose="020B0604020202020204" pitchFamily="34" charset="0"/>
                  <a:cs typeface="Arial" panose="020B0604020202020204" pitchFamily="34" charset="0"/>
                </a:rPr>
                <a:t>ackground variables</a:t>
              </a:r>
            </a:p>
          </p:txBody>
        </p:sp>
      </p:grpSp>
      <p:pic>
        <p:nvPicPr>
          <p:cNvPr id="171" name="Picture 178" descr="Picture 178"/>
          <p:cNvPicPr>
            <a:picLocks noChangeAspect="1"/>
          </p:cNvPicPr>
          <p:nvPr/>
        </p:nvPicPr>
        <p:blipFill>
          <a:blip r:embed="rId6"/>
          <a:srcRect l="21290" t="17055" r="21399" b="19481"/>
          <a:stretch>
            <a:fillRect/>
          </a:stretch>
        </p:blipFill>
        <p:spPr>
          <a:xfrm>
            <a:off x="6368134" y="3310737"/>
            <a:ext cx="180001" cy="180001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Box 167"/>
          <p:cNvSpPr txBox="1"/>
          <p:nvPr/>
        </p:nvSpPr>
        <p:spPr>
          <a:xfrm>
            <a:off x="4619293" y="61161"/>
            <a:ext cx="3661209" cy="543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r"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Envisioning bat-social-ecological networks (bat-SENs)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6" name="cashew-fruit-cartoon-png-image-caju-vetor-11563658251y50j0utiou.png" descr="cashew-fruit-cartoon-png-image-caju-vetor-11563658251y50j0utiou.png"/>
          <p:cNvPicPr>
            <a:picLocks noChangeAspect="1"/>
          </p:cNvPicPr>
          <p:nvPr/>
        </p:nvPicPr>
        <p:blipFill>
          <a:blip r:embed="rId7"/>
          <a:srcRect l="727" t="23935" r="488" b="23837"/>
          <a:stretch>
            <a:fillRect/>
          </a:stretch>
        </p:blipFill>
        <p:spPr>
          <a:xfrm rot="5400000">
            <a:off x="4514034" y="4571659"/>
            <a:ext cx="563299" cy="304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4" h="21566" extrusionOk="0">
                <a:moveTo>
                  <a:pt x="9862" y="2"/>
                </a:moveTo>
                <a:cubicBezTo>
                  <a:pt x="9740" y="-2"/>
                  <a:pt x="9626" y="1"/>
                  <a:pt x="9484" y="16"/>
                </a:cubicBezTo>
                <a:cubicBezTo>
                  <a:pt x="8871" y="77"/>
                  <a:pt x="8575" y="215"/>
                  <a:pt x="8063" y="676"/>
                </a:cubicBezTo>
                <a:cubicBezTo>
                  <a:pt x="7350" y="1318"/>
                  <a:pt x="6809" y="2364"/>
                  <a:pt x="6378" y="3922"/>
                </a:cubicBezTo>
                <a:cubicBezTo>
                  <a:pt x="6182" y="4629"/>
                  <a:pt x="5864" y="6222"/>
                  <a:pt x="5864" y="6494"/>
                </a:cubicBezTo>
                <a:cubicBezTo>
                  <a:pt x="5864" y="6676"/>
                  <a:pt x="5829" y="6674"/>
                  <a:pt x="5508" y="6395"/>
                </a:cubicBezTo>
                <a:cubicBezTo>
                  <a:pt x="4611" y="5616"/>
                  <a:pt x="2998" y="5369"/>
                  <a:pt x="2032" y="5861"/>
                </a:cubicBezTo>
                <a:cubicBezTo>
                  <a:pt x="968" y="6403"/>
                  <a:pt x="156" y="7740"/>
                  <a:pt x="14" y="9177"/>
                </a:cubicBezTo>
                <a:cubicBezTo>
                  <a:pt x="-66" y="9983"/>
                  <a:pt x="197" y="11153"/>
                  <a:pt x="664" y="12072"/>
                </a:cubicBezTo>
                <a:cubicBezTo>
                  <a:pt x="1019" y="12771"/>
                  <a:pt x="1363" y="13112"/>
                  <a:pt x="1722" y="13112"/>
                </a:cubicBezTo>
                <a:cubicBezTo>
                  <a:pt x="2035" y="13112"/>
                  <a:pt x="2150" y="13027"/>
                  <a:pt x="2425" y="12620"/>
                </a:cubicBezTo>
                <a:cubicBezTo>
                  <a:pt x="2679" y="12244"/>
                  <a:pt x="2797" y="12230"/>
                  <a:pt x="3052" y="12508"/>
                </a:cubicBezTo>
                <a:cubicBezTo>
                  <a:pt x="3184" y="12651"/>
                  <a:pt x="3266" y="12825"/>
                  <a:pt x="3347" y="13126"/>
                </a:cubicBezTo>
                <a:cubicBezTo>
                  <a:pt x="3409" y="13358"/>
                  <a:pt x="3460" y="13600"/>
                  <a:pt x="3460" y="13660"/>
                </a:cubicBezTo>
                <a:cubicBezTo>
                  <a:pt x="3460" y="13864"/>
                  <a:pt x="3670" y="14525"/>
                  <a:pt x="3815" y="14784"/>
                </a:cubicBezTo>
                <a:cubicBezTo>
                  <a:pt x="4205" y="15476"/>
                  <a:pt x="4902" y="15714"/>
                  <a:pt x="5357" y="15304"/>
                </a:cubicBezTo>
                <a:cubicBezTo>
                  <a:pt x="5477" y="15196"/>
                  <a:pt x="5594" y="15096"/>
                  <a:pt x="5614" y="15093"/>
                </a:cubicBezTo>
                <a:cubicBezTo>
                  <a:pt x="5635" y="15090"/>
                  <a:pt x="5695" y="15383"/>
                  <a:pt x="5750" y="15740"/>
                </a:cubicBezTo>
                <a:cubicBezTo>
                  <a:pt x="6231" y="18822"/>
                  <a:pt x="7419" y="20730"/>
                  <a:pt x="9189" y="21248"/>
                </a:cubicBezTo>
                <a:cubicBezTo>
                  <a:pt x="9645" y="21381"/>
                  <a:pt x="10647" y="21526"/>
                  <a:pt x="11313" y="21557"/>
                </a:cubicBezTo>
                <a:cubicBezTo>
                  <a:pt x="12185" y="21598"/>
                  <a:pt x="13370" y="21496"/>
                  <a:pt x="14147" y="21318"/>
                </a:cubicBezTo>
                <a:cubicBezTo>
                  <a:pt x="17886" y="20463"/>
                  <a:pt x="20303" y="17447"/>
                  <a:pt x="21191" y="12522"/>
                </a:cubicBezTo>
                <a:cubicBezTo>
                  <a:pt x="21497" y="10823"/>
                  <a:pt x="21534" y="9332"/>
                  <a:pt x="21312" y="8095"/>
                </a:cubicBezTo>
                <a:cubicBezTo>
                  <a:pt x="21179" y="7355"/>
                  <a:pt x="21056" y="6952"/>
                  <a:pt x="20768" y="6339"/>
                </a:cubicBezTo>
                <a:cubicBezTo>
                  <a:pt x="19624" y="3908"/>
                  <a:pt x="17155" y="2310"/>
                  <a:pt x="11789" y="522"/>
                </a:cubicBezTo>
                <a:cubicBezTo>
                  <a:pt x="10621" y="132"/>
                  <a:pt x="10226" y="13"/>
                  <a:pt x="9862" y="2"/>
                </a:cubicBezTo>
                <a:close/>
              </a:path>
            </a:pathLst>
          </a:custGeom>
          <a:ln w="12700">
            <a:miter lim="400000"/>
          </a:ln>
          <a:effectLst>
            <a:outerShdw blurRad="190500" dist="12700" dir="5400000" rotWithShape="0">
              <a:srgbClr val="000000"/>
            </a:outerShdw>
          </a:effectLst>
        </p:spPr>
      </p:pic>
      <p:pic>
        <p:nvPicPr>
          <p:cNvPr id="179" name="depositphotos_414486492-stock-illustration-vector-illustration-indian-woman-farmer.jpg" descr="depositphotos_414486492-stock-illustration-vector-illustration-indian-woman-farmer.jpg"/>
          <p:cNvPicPr>
            <a:picLocks noChangeAspect="1"/>
          </p:cNvPicPr>
          <p:nvPr/>
        </p:nvPicPr>
        <p:blipFill>
          <a:blip r:embed="rId8"/>
          <a:srcRect l="32997" t="7684" r="33006" b="7674"/>
          <a:stretch>
            <a:fillRect/>
          </a:stretch>
        </p:blipFill>
        <p:spPr>
          <a:xfrm>
            <a:off x="3579549" y="1059560"/>
            <a:ext cx="359411" cy="9833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3" h="21567" extrusionOk="0">
                <a:moveTo>
                  <a:pt x="7663" y="3"/>
                </a:moveTo>
                <a:cubicBezTo>
                  <a:pt x="7282" y="11"/>
                  <a:pt x="6886" y="35"/>
                  <a:pt x="6517" y="80"/>
                </a:cubicBezTo>
                <a:cubicBezTo>
                  <a:pt x="5905" y="156"/>
                  <a:pt x="5457" y="265"/>
                  <a:pt x="4308" y="610"/>
                </a:cubicBezTo>
                <a:cubicBezTo>
                  <a:pt x="4054" y="686"/>
                  <a:pt x="3721" y="727"/>
                  <a:pt x="3106" y="759"/>
                </a:cubicBezTo>
                <a:cubicBezTo>
                  <a:pt x="2637" y="783"/>
                  <a:pt x="2019" y="846"/>
                  <a:pt x="1736" y="898"/>
                </a:cubicBezTo>
                <a:cubicBezTo>
                  <a:pt x="1145" y="1006"/>
                  <a:pt x="292" y="1363"/>
                  <a:pt x="86" y="1592"/>
                </a:cubicBezTo>
                <a:cubicBezTo>
                  <a:pt x="-96" y="1795"/>
                  <a:pt x="19" y="2233"/>
                  <a:pt x="338" y="2564"/>
                </a:cubicBezTo>
                <a:cubicBezTo>
                  <a:pt x="561" y="2796"/>
                  <a:pt x="575" y="2881"/>
                  <a:pt x="520" y="3500"/>
                </a:cubicBezTo>
                <a:cubicBezTo>
                  <a:pt x="486" y="3873"/>
                  <a:pt x="397" y="4415"/>
                  <a:pt x="324" y="4703"/>
                </a:cubicBezTo>
                <a:cubicBezTo>
                  <a:pt x="206" y="5165"/>
                  <a:pt x="212" y="5264"/>
                  <a:pt x="394" y="5572"/>
                </a:cubicBezTo>
                <a:cubicBezTo>
                  <a:pt x="609" y="5935"/>
                  <a:pt x="621" y="6049"/>
                  <a:pt x="492" y="6471"/>
                </a:cubicBezTo>
                <a:cubicBezTo>
                  <a:pt x="390" y="6803"/>
                  <a:pt x="553" y="6940"/>
                  <a:pt x="1498" y="7346"/>
                </a:cubicBezTo>
                <a:cubicBezTo>
                  <a:pt x="2830" y="7917"/>
                  <a:pt x="2748" y="7826"/>
                  <a:pt x="2575" y="8533"/>
                </a:cubicBezTo>
                <a:cubicBezTo>
                  <a:pt x="2492" y="8871"/>
                  <a:pt x="2373" y="9379"/>
                  <a:pt x="2309" y="9659"/>
                </a:cubicBezTo>
                <a:cubicBezTo>
                  <a:pt x="2207" y="10103"/>
                  <a:pt x="2122" y="10236"/>
                  <a:pt x="1652" y="10698"/>
                </a:cubicBezTo>
                <a:cubicBezTo>
                  <a:pt x="633" y="11699"/>
                  <a:pt x="570" y="11798"/>
                  <a:pt x="436" y="12631"/>
                </a:cubicBezTo>
                <a:cubicBezTo>
                  <a:pt x="258" y="13733"/>
                  <a:pt x="441" y="15336"/>
                  <a:pt x="869" y="16452"/>
                </a:cubicBezTo>
                <a:cubicBezTo>
                  <a:pt x="1081" y="17005"/>
                  <a:pt x="1504" y="17526"/>
                  <a:pt x="1876" y="17691"/>
                </a:cubicBezTo>
                <a:cubicBezTo>
                  <a:pt x="2022" y="17756"/>
                  <a:pt x="2228" y="17944"/>
                  <a:pt x="2337" y="18107"/>
                </a:cubicBezTo>
                <a:cubicBezTo>
                  <a:pt x="2598" y="18501"/>
                  <a:pt x="2848" y="18739"/>
                  <a:pt x="3553" y="19280"/>
                </a:cubicBezTo>
                <a:cubicBezTo>
                  <a:pt x="4142" y="19731"/>
                  <a:pt x="4284" y="19796"/>
                  <a:pt x="5231" y="19984"/>
                </a:cubicBezTo>
                <a:cubicBezTo>
                  <a:pt x="5382" y="20014"/>
                  <a:pt x="5473" y="20079"/>
                  <a:pt x="5496" y="20179"/>
                </a:cubicBezTo>
                <a:cubicBezTo>
                  <a:pt x="5530" y="20323"/>
                  <a:pt x="5498" y="20345"/>
                  <a:pt x="4839" y="20524"/>
                </a:cubicBezTo>
                <a:cubicBezTo>
                  <a:pt x="4452" y="20629"/>
                  <a:pt x="4028" y="20725"/>
                  <a:pt x="3903" y="20740"/>
                </a:cubicBezTo>
                <a:cubicBezTo>
                  <a:pt x="3777" y="20754"/>
                  <a:pt x="3592" y="20822"/>
                  <a:pt x="3497" y="20889"/>
                </a:cubicBezTo>
                <a:cubicBezTo>
                  <a:pt x="3154" y="21133"/>
                  <a:pt x="3349" y="21407"/>
                  <a:pt x="3931" y="21501"/>
                </a:cubicBezTo>
                <a:cubicBezTo>
                  <a:pt x="4517" y="21595"/>
                  <a:pt x="5165" y="21578"/>
                  <a:pt x="5776" y="21449"/>
                </a:cubicBezTo>
                <a:cubicBezTo>
                  <a:pt x="6349" y="21329"/>
                  <a:pt x="7333" y="21060"/>
                  <a:pt x="7859" y="20879"/>
                </a:cubicBezTo>
                <a:cubicBezTo>
                  <a:pt x="8213" y="20756"/>
                  <a:pt x="8274" y="20579"/>
                  <a:pt x="8013" y="20442"/>
                </a:cubicBezTo>
                <a:cubicBezTo>
                  <a:pt x="7851" y="20357"/>
                  <a:pt x="7792" y="20253"/>
                  <a:pt x="7817" y="20112"/>
                </a:cubicBezTo>
                <a:cubicBezTo>
                  <a:pt x="7826" y="20063"/>
                  <a:pt x="7928" y="20040"/>
                  <a:pt x="8125" y="20040"/>
                </a:cubicBezTo>
                <a:cubicBezTo>
                  <a:pt x="8285" y="20040"/>
                  <a:pt x="8726" y="19991"/>
                  <a:pt x="9103" y="19933"/>
                </a:cubicBezTo>
                <a:cubicBezTo>
                  <a:pt x="9557" y="19862"/>
                  <a:pt x="10007" y="19830"/>
                  <a:pt x="10431" y="19830"/>
                </a:cubicBezTo>
                <a:cubicBezTo>
                  <a:pt x="11013" y="19830"/>
                  <a:pt x="11084" y="19839"/>
                  <a:pt x="11186" y="19938"/>
                </a:cubicBezTo>
                <a:cubicBezTo>
                  <a:pt x="11364" y="20110"/>
                  <a:pt x="11320" y="20297"/>
                  <a:pt x="11060" y="20452"/>
                </a:cubicBezTo>
                <a:cubicBezTo>
                  <a:pt x="10718" y="20656"/>
                  <a:pt x="10835" y="20801"/>
                  <a:pt x="11480" y="20971"/>
                </a:cubicBezTo>
                <a:cubicBezTo>
                  <a:pt x="11764" y="21046"/>
                  <a:pt x="12156" y="21164"/>
                  <a:pt x="12360" y="21233"/>
                </a:cubicBezTo>
                <a:cubicBezTo>
                  <a:pt x="12862" y="21403"/>
                  <a:pt x="13847" y="21568"/>
                  <a:pt x="14345" y="21568"/>
                </a:cubicBezTo>
                <a:cubicBezTo>
                  <a:pt x="15622" y="21568"/>
                  <a:pt x="16270" y="21127"/>
                  <a:pt x="15422" y="20837"/>
                </a:cubicBezTo>
                <a:cubicBezTo>
                  <a:pt x="15216" y="20767"/>
                  <a:pt x="14798" y="20650"/>
                  <a:pt x="14485" y="20575"/>
                </a:cubicBezTo>
                <a:cubicBezTo>
                  <a:pt x="13726" y="20394"/>
                  <a:pt x="13461" y="20264"/>
                  <a:pt x="13549" y="20102"/>
                </a:cubicBezTo>
                <a:lnTo>
                  <a:pt x="13619" y="19979"/>
                </a:lnTo>
                <a:lnTo>
                  <a:pt x="14835" y="19989"/>
                </a:lnTo>
                <a:cubicBezTo>
                  <a:pt x="15650" y="19998"/>
                  <a:pt x="16094" y="19987"/>
                  <a:pt x="16205" y="19953"/>
                </a:cubicBezTo>
                <a:cubicBezTo>
                  <a:pt x="16328" y="19915"/>
                  <a:pt x="16373" y="19795"/>
                  <a:pt x="16373" y="19475"/>
                </a:cubicBezTo>
                <a:cubicBezTo>
                  <a:pt x="16373" y="19058"/>
                  <a:pt x="16186" y="17589"/>
                  <a:pt x="16093" y="17269"/>
                </a:cubicBezTo>
                <a:lnTo>
                  <a:pt x="16051" y="17110"/>
                </a:lnTo>
                <a:lnTo>
                  <a:pt x="18218" y="17110"/>
                </a:lnTo>
                <a:cubicBezTo>
                  <a:pt x="19998" y="17110"/>
                  <a:pt x="20421" y="17100"/>
                  <a:pt x="20539" y="17048"/>
                </a:cubicBezTo>
                <a:cubicBezTo>
                  <a:pt x="20617" y="17013"/>
                  <a:pt x="20724" y="16780"/>
                  <a:pt x="20776" y="16529"/>
                </a:cubicBezTo>
                <a:cubicBezTo>
                  <a:pt x="20829" y="16277"/>
                  <a:pt x="20972" y="15775"/>
                  <a:pt x="21098" y="15413"/>
                </a:cubicBezTo>
                <a:cubicBezTo>
                  <a:pt x="21492" y="14280"/>
                  <a:pt x="21504" y="14192"/>
                  <a:pt x="21307" y="14081"/>
                </a:cubicBezTo>
                <a:cubicBezTo>
                  <a:pt x="21210" y="14027"/>
                  <a:pt x="21057" y="13880"/>
                  <a:pt x="20958" y="13757"/>
                </a:cubicBezTo>
                <a:cubicBezTo>
                  <a:pt x="20663" y="13392"/>
                  <a:pt x="19865" y="12971"/>
                  <a:pt x="19182" y="12816"/>
                </a:cubicBezTo>
                <a:cubicBezTo>
                  <a:pt x="18971" y="12768"/>
                  <a:pt x="18695" y="12660"/>
                  <a:pt x="18567" y="12575"/>
                </a:cubicBezTo>
                <a:cubicBezTo>
                  <a:pt x="18440" y="12489"/>
                  <a:pt x="18226" y="12354"/>
                  <a:pt x="18092" y="12276"/>
                </a:cubicBezTo>
                <a:cubicBezTo>
                  <a:pt x="17936" y="12185"/>
                  <a:pt x="17769" y="11957"/>
                  <a:pt x="17631" y="11639"/>
                </a:cubicBezTo>
                <a:cubicBezTo>
                  <a:pt x="17339" y="10968"/>
                  <a:pt x="17142" y="10695"/>
                  <a:pt x="16470" y="9999"/>
                </a:cubicBezTo>
                <a:cubicBezTo>
                  <a:pt x="15377" y="8865"/>
                  <a:pt x="15464" y="8996"/>
                  <a:pt x="15702" y="8852"/>
                </a:cubicBezTo>
                <a:cubicBezTo>
                  <a:pt x="16020" y="8659"/>
                  <a:pt x="15975" y="8389"/>
                  <a:pt x="15576" y="8132"/>
                </a:cubicBezTo>
                <a:cubicBezTo>
                  <a:pt x="15253" y="7925"/>
                  <a:pt x="12850" y="6987"/>
                  <a:pt x="12193" y="6811"/>
                </a:cubicBezTo>
                <a:cubicBezTo>
                  <a:pt x="11994" y="6758"/>
                  <a:pt x="11772" y="6619"/>
                  <a:pt x="11578" y="6430"/>
                </a:cubicBezTo>
                <a:cubicBezTo>
                  <a:pt x="11151" y="6017"/>
                  <a:pt x="11110" y="5882"/>
                  <a:pt x="11368" y="5741"/>
                </a:cubicBezTo>
                <a:cubicBezTo>
                  <a:pt x="11549" y="5642"/>
                  <a:pt x="11574" y="5544"/>
                  <a:pt x="11564" y="5093"/>
                </a:cubicBezTo>
                <a:cubicBezTo>
                  <a:pt x="11553" y="4651"/>
                  <a:pt x="11517" y="4524"/>
                  <a:pt x="11312" y="4353"/>
                </a:cubicBezTo>
                <a:cubicBezTo>
                  <a:pt x="11177" y="4240"/>
                  <a:pt x="11060" y="4144"/>
                  <a:pt x="11060" y="4137"/>
                </a:cubicBezTo>
                <a:cubicBezTo>
                  <a:pt x="11060" y="4130"/>
                  <a:pt x="11342" y="4095"/>
                  <a:pt x="11675" y="4055"/>
                </a:cubicBezTo>
                <a:cubicBezTo>
                  <a:pt x="13657" y="3819"/>
                  <a:pt x="15380" y="3313"/>
                  <a:pt x="16079" y="2769"/>
                </a:cubicBezTo>
                <a:cubicBezTo>
                  <a:pt x="16425" y="2500"/>
                  <a:pt x="16722" y="2117"/>
                  <a:pt x="16722" y="1936"/>
                </a:cubicBezTo>
                <a:cubicBezTo>
                  <a:pt x="16722" y="1695"/>
                  <a:pt x="16467" y="1442"/>
                  <a:pt x="16121" y="1335"/>
                </a:cubicBezTo>
                <a:cubicBezTo>
                  <a:pt x="15933" y="1277"/>
                  <a:pt x="15728" y="1227"/>
                  <a:pt x="15660" y="1227"/>
                </a:cubicBezTo>
                <a:cubicBezTo>
                  <a:pt x="15591" y="1227"/>
                  <a:pt x="15367" y="1184"/>
                  <a:pt x="15170" y="1129"/>
                </a:cubicBezTo>
                <a:cubicBezTo>
                  <a:pt x="14703" y="998"/>
                  <a:pt x="14042" y="873"/>
                  <a:pt x="13311" y="785"/>
                </a:cubicBezTo>
                <a:cubicBezTo>
                  <a:pt x="12987" y="746"/>
                  <a:pt x="12592" y="668"/>
                  <a:pt x="12444" y="610"/>
                </a:cubicBezTo>
                <a:cubicBezTo>
                  <a:pt x="12002" y="437"/>
                  <a:pt x="11293" y="308"/>
                  <a:pt x="10138" y="188"/>
                </a:cubicBezTo>
                <a:cubicBezTo>
                  <a:pt x="9537" y="126"/>
                  <a:pt x="8879" y="56"/>
                  <a:pt x="8684" y="34"/>
                </a:cubicBezTo>
                <a:cubicBezTo>
                  <a:pt x="8401" y="3"/>
                  <a:pt x="8044" y="-5"/>
                  <a:pt x="7663" y="3"/>
                </a:cubicBezTo>
                <a:close/>
                <a:moveTo>
                  <a:pt x="3637" y="3849"/>
                </a:moveTo>
                <a:cubicBezTo>
                  <a:pt x="3708" y="3852"/>
                  <a:pt x="3806" y="3874"/>
                  <a:pt x="3931" y="3901"/>
                </a:cubicBezTo>
                <a:cubicBezTo>
                  <a:pt x="4139" y="3944"/>
                  <a:pt x="4602" y="4010"/>
                  <a:pt x="4951" y="4050"/>
                </a:cubicBezTo>
                <a:cubicBezTo>
                  <a:pt x="5300" y="4089"/>
                  <a:pt x="5719" y="4139"/>
                  <a:pt x="5888" y="4163"/>
                </a:cubicBezTo>
                <a:lnTo>
                  <a:pt x="6195" y="4209"/>
                </a:lnTo>
                <a:lnTo>
                  <a:pt x="5958" y="4399"/>
                </a:lnTo>
                <a:cubicBezTo>
                  <a:pt x="5831" y="4505"/>
                  <a:pt x="5691" y="4726"/>
                  <a:pt x="5636" y="4893"/>
                </a:cubicBezTo>
                <a:cubicBezTo>
                  <a:pt x="5581" y="5060"/>
                  <a:pt x="5494" y="5254"/>
                  <a:pt x="5454" y="5325"/>
                </a:cubicBezTo>
                <a:cubicBezTo>
                  <a:pt x="5397" y="5428"/>
                  <a:pt x="5495" y="5530"/>
                  <a:pt x="5916" y="5824"/>
                </a:cubicBezTo>
                <a:cubicBezTo>
                  <a:pt x="6207" y="6027"/>
                  <a:pt x="6447" y="6216"/>
                  <a:pt x="6447" y="6240"/>
                </a:cubicBezTo>
                <a:cubicBezTo>
                  <a:pt x="6447" y="6264"/>
                  <a:pt x="6403" y="6281"/>
                  <a:pt x="6349" y="6281"/>
                </a:cubicBezTo>
                <a:cubicBezTo>
                  <a:pt x="6223" y="6281"/>
                  <a:pt x="4970" y="5800"/>
                  <a:pt x="4532" y="5582"/>
                </a:cubicBezTo>
                <a:cubicBezTo>
                  <a:pt x="4344" y="5489"/>
                  <a:pt x="4092" y="5382"/>
                  <a:pt x="3973" y="5345"/>
                </a:cubicBezTo>
                <a:cubicBezTo>
                  <a:pt x="3696" y="5261"/>
                  <a:pt x="3555" y="4977"/>
                  <a:pt x="3483" y="4399"/>
                </a:cubicBezTo>
                <a:cubicBezTo>
                  <a:pt x="3429" y="3965"/>
                  <a:pt x="3423" y="3840"/>
                  <a:pt x="3637" y="3849"/>
                </a:cubicBezTo>
                <a:close/>
                <a:moveTo>
                  <a:pt x="13828" y="10821"/>
                </a:moveTo>
                <a:cubicBezTo>
                  <a:pt x="13926" y="10842"/>
                  <a:pt x="14096" y="10954"/>
                  <a:pt x="14290" y="11150"/>
                </a:cubicBezTo>
                <a:cubicBezTo>
                  <a:pt x="14492" y="11356"/>
                  <a:pt x="14809" y="11669"/>
                  <a:pt x="15003" y="11845"/>
                </a:cubicBezTo>
                <a:cubicBezTo>
                  <a:pt x="15400" y="12204"/>
                  <a:pt x="15554" y="12426"/>
                  <a:pt x="15562" y="12662"/>
                </a:cubicBezTo>
                <a:cubicBezTo>
                  <a:pt x="15566" y="12791"/>
                  <a:pt x="15489" y="12855"/>
                  <a:pt x="15156" y="12981"/>
                </a:cubicBezTo>
                <a:cubicBezTo>
                  <a:pt x="14928" y="13067"/>
                  <a:pt x="14650" y="13202"/>
                  <a:pt x="14541" y="13279"/>
                </a:cubicBezTo>
                <a:lnTo>
                  <a:pt x="14345" y="13423"/>
                </a:lnTo>
                <a:lnTo>
                  <a:pt x="14220" y="13320"/>
                </a:lnTo>
                <a:cubicBezTo>
                  <a:pt x="14151" y="13265"/>
                  <a:pt x="13996" y="13067"/>
                  <a:pt x="13884" y="12883"/>
                </a:cubicBezTo>
                <a:cubicBezTo>
                  <a:pt x="13719" y="12610"/>
                  <a:pt x="13709" y="12468"/>
                  <a:pt x="13786" y="12102"/>
                </a:cubicBezTo>
                <a:cubicBezTo>
                  <a:pt x="13895" y="11590"/>
                  <a:pt x="13887" y="11306"/>
                  <a:pt x="13772" y="11042"/>
                </a:cubicBezTo>
                <a:cubicBezTo>
                  <a:pt x="13698" y="10871"/>
                  <a:pt x="13731" y="10801"/>
                  <a:pt x="13828" y="10821"/>
                </a:cubicBezTo>
                <a:close/>
              </a:path>
            </a:pathLst>
          </a:custGeom>
          <a:ln w="12700">
            <a:miter lim="400000"/>
          </a:ln>
        </p:spPr>
      </p:pic>
      <p:cxnSp>
        <p:nvCxnSpPr>
          <p:cNvPr id="182" name="Linha de Conexão"/>
          <p:cNvCxnSpPr>
            <a:cxnSpLocks/>
          </p:cNvCxnSpPr>
          <p:nvPr/>
        </p:nvCxnSpPr>
        <p:spPr>
          <a:xfrm>
            <a:off x="1557965" y="236324"/>
            <a:ext cx="1828800" cy="247650"/>
          </a:xfrm>
          <a:prstGeom prst="bentConnector3">
            <a:avLst>
              <a:gd name="adj1" fmla="val 63888"/>
            </a:avLst>
          </a:prstGeom>
          <a:ln w="88900" cap="rnd">
            <a:solidFill>
              <a:srgbClr val="5E5E5E"/>
            </a:solidFill>
            <a:miter lim="400000"/>
            <a:tailEnd type="triangle"/>
          </a:ln>
        </p:spPr>
      </p:cxnSp>
      <p:cxnSp>
        <p:nvCxnSpPr>
          <p:cNvPr id="184" name="Linha de Conexão"/>
          <p:cNvCxnSpPr>
            <a:cxnSpLocks/>
          </p:cNvCxnSpPr>
          <p:nvPr/>
        </p:nvCxnSpPr>
        <p:spPr>
          <a:xfrm rot="16200000" flipV="1">
            <a:off x="4309103" y="-405026"/>
            <a:ext cx="1885950" cy="3721100"/>
          </a:xfrm>
          <a:prstGeom prst="bentConnector3">
            <a:avLst>
              <a:gd name="adj1" fmla="val 73737"/>
            </a:avLst>
          </a:prstGeom>
          <a:ln w="88900" cap="rnd">
            <a:solidFill>
              <a:srgbClr val="C04F15"/>
            </a:solidFill>
            <a:miter lim="400000"/>
            <a:tailEnd type="triangle"/>
          </a:ln>
        </p:spPr>
      </p:cxnSp>
      <p:cxnSp>
        <p:nvCxnSpPr>
          <p:cNvPr id="185" name="Linha de Conexão"/>
          <p:cNvCxnSpPr>
            <a:cxnSpLocks/>
          </p:cNvCxnSpPr>
          <p:nvPr/>
        </p:nvCxnSpPr>
        <p:spPr>
          <a:xfrm rot="5400000" flipH="1" flipV="1">
            <a:off x="807078" y="925617"/>
            <a:ext cx="2895600" cy="2082800"/>
          </a:xfrm>
          <a:prstGeom prst="bentConnector3">
            <a:avLst>
              <a:gd name="adj1" fmla="val 77631"/>
            </a:avLst>
          </a:prstGeom>
          <a:ln w="88900" cap="rnd">
            <a:solidFill>
              <a:srgbClr val="A7B8C6"/>
            </a:solidFill>
            <a:prstDash val="sysDash"/>
            <a:miter lim="400000"/>
            <a:tailEnd type="triangle"/>
          </a:ln>
        </p:spPr>
      </p:cxnSp>
      <p:cxnSp>
        <p:nvCxnSpPr>
          <p:cNvPr id="187" name="Linha de Conexão"/>
          <p:cNvCxnSpPr>
            <a:cxnSpLocks/>
          </p:cNvCxnSpPr>
          <p:nvPr/>
        </p:nvCxnSpPr>
        <p:spPr>
          <a:xfrm rot="16200000" flipV="1">
            <a:off x="1118228" y="3872969"/>
            <a:ext cx="1155700" cy="774700"/>
          </a:xfrm>
          <a:prstGeom prst="bentConnector3">
            <a:avLst>
              <a:gd name="adj1" fmla="val 52747"/>
            </a:avLst>
          </a:prstGeom>
          <a:ln w="88900" cap="rnd">
            <a:solidFill>
              <a:srgbClr val="008F00"/>
            </a:solidFill>
            <a:miter lim="400000"/>
            <a:tailEnd type="triangle"/>
          </a:ln>
        </p:spPr>
      </p:cxnSp>
      <p:pic>
        <p:nvPicPr>
          <p:cNvPr id="239" name="Linha de Conexão" descr="Linha de Conexão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2440298" y="4473036"/>
            <a:ext cx="1991360" cy="1774833"/>
          </a:xfrm>
          <a:prstGeom prst="rect">
            <a:avLst/>
          </a:prstGeom>
        </p:spPr>
      </p:pic>
      <p:pic>
        <p:nvPicPr>
          <p:cNvPr id="241" name="Linha de Conexão" descr="Linha de Conexão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4715778" y="5077564"/>
            <a:ext cx="197210" cy="1034416"/>
          </a:xfrm>
          <a:prstGeom prst="rect">
            <a:avLst/>
          </a:prstGeom>
        </p:spPr>
      </p:pic>
      <p:cxnSp>
        <p:nvCxnSpPr>
          <p:cNvPr id="190" name="Linha de Conexão"/>
          <p:cNvCxnSpPr>
            <a:cxnSpLocks/>
          </p:cNvCxnSpPr>
          <p:nvPr/>
        </p:nvCxnSpPr>
        <p:spPr>
          <a:xfrm>
            <a:off x="6052178" y="3516099"/>
            <a:ext cx="1397000" cy="1047750"/>
          </a:xfrm>
          <a:prstGeom prst="bentConnector3">
            <a:avLst>
              <a:gd name="adj1" fmla="val 67272"/>
            </a:avLst>
          </a:prstGeom>
          <a:ln w="88900" cap="rnd">
            <a:solidFill>
              <a:srgbClr val="008F00"/>
            </a:solidFill>
            <a:miter lim="400000"/>
            <a:headEnd type="triangle"/>
          </a:ln>
        </p:spPr>
      </p:cxnSp>
      <p:pic>
        <p:nvPicPr>
          <p:cNvPr id="243" name="Linha de Conexão" descr="Linha de Conexão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773288" y="3437000"/>
            <a:ext cx="740410" cy="931270"/>
          </a:xfrm>
          <a:prstGeom prst="rect">
            <a:avLst/>
          </a:prstGeom>
        </p:spPr>
      </p:pic>
      <p:pic>
        <p:nvPicPr>
          <p:cNvPr id="245" name="Linha de Conexão" descr="Linha de Conexão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3988428" y="3418936"/>
            <a:ext cx="829310" cy="949333"/>
          </a:xfrm>
          <a:prstGeom prst="rect">
            <a:avLst/>
          </a:prstGeom>
        </p:spPr>
      </p:pic>
      <p:pic>
        <p:nvPicPr>
          <p:cNvPr id="193" name="istockphoto-1308780419-612x612.jpg" descr="istockphoto-1308780419-612x612.jpg"/>
          <p:cNvPicPr>
            <a:picLocks noChangeAspect="1"/>
          </p:cNvPicPr>
          <p:nvPr/>
        </p:nvPicPr>
        <p:blipFill>
          <a:blip r:embed="rId13"/>
          <a:srcRect l="7508" t="4947" r="7429" b="4398"/>
          <a:stretch>
            <a:fillRect/>
          </a:stretch>
        </p:blipFill>
        <p:spPr>
          <a:xfrm>
            <a:off x="7613731" y="5346306"/>
            <a:ext cx="755516" cy="832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9" h="21529" extrusionOk="0">
                <a:moveTo>
                  <a:pt x="3" y="1"/>
                </a:moveTo>
                <a:cubicBezTo>
                  <a:pt x="2" y="1"/>
                  <a:pt x="3" y="6"/>
                  <a:pt x="3" y="6"/>
                </a:cubicBezTo>
                <a:cubicBezTo>
                  <a:pt x="-12" y="24"/>
                  <a:pt x="41" y="170"/>
                  <a:pt x="122" y="335"/>
                </a:cubicBezTo>
                <a:cubicBezTo>
                  <a:pt x="349" y="799"/>
                  <a:pt x="625" y="1881"/>
                  <a:pt x="801" y="2993"/>
                </a:cubicBezTo>
                <a:cubicBezTo>
                  <a:pt x="889" y="3545"/>
                  <a:pt x="1029" y="4163"/>
                  <a:pt x="1107" y="4369"/>
                </a:cubicBezTo>
                <a:cubicBezTo>
                  <a:pt x="1536" y="5497"/>
                  <a:pt x="2255" y="6338"/>
                  <a:pt x="3288" y="6915"/>
                </a:cubicBezTo>
                <a:cubicBezTo>
                  <a:pt x="3557" y="7065"/>
                  <a:pt x="3799" y="7189"/>
                  <a:pt x="3827" y="7192"/>
                </a:cubicBezTo>
                <a:cubicBezTo>
                  <a:pt x="3854" y="7194"/>
                  <a:pt x="3900" y="6958"/>
                  <a:pt x="3929" y="6668"/>
                </a:cubicBezTo>
                <a:cubicBezTo>
                  <a:pt x="3957" y="6378"/>
                  <a:pt x="4021" y="5941"/>
                  <a:pt x="4076" y="5698"/>
                </a:cubicBezTo>
                <a:cubicBezTo>
                  <a:pt x="4172" y="5272"/>
                  <a:pt x="4172" y="5233"/>
                  <a:pt x="3963" y="4661"/>
                </a:cubicBezTo>
                <a:cubicBezTo>
                  <a:pt x="3743" y="4062"/>
                  <a:pt x="3420" y="3435"/>
                  <a:pt x="3090" y="2963"/>
                </a:cubicBezTo>
                <a:cubicBezTo>
                  <a:pt x="2991" y="2821"/>
                  <a:pt x="2940" y="2706"/>
                  <a:pt x="2977" y="2706"/>
                </a:cubicBezTo>
                <a:cubicBezTo>
                  <a:pt x="3171" y="2706"/>
                  <a:pt x="4069" y="3787"/>
                  <a:pt x="4314" y="4317"/>
                </a:cubicBezTo>
                <a:lnTo>
                  <a:pt x="4427" y="4564"/>
                </a:lnTo>
                <a:lnTo>
                  <a:pt x="4722" y="4081"/>
                </a:lnTo>
                <a:cubicBezTo>
                  <a:pt x="4883" y="3818"/>
                  <a:pt x="5189" y="3434"/>
                  <a:pt x="5401" y="3224"/>
                </a:cubicBezTo>
                <a:lnTo>
                  <a:pt x="5787" y="2839"/>
                </a:lnTo>
                <a:lnTo>
                  <a:pt x="5594" y="2552"/>
                </a:lnTo>
                <a:cubicBezTo>
                  <a:pt x="5333" y="2162"/>
                  <a:pt x="5203" y="2033"/>
                  <a:pt x="4722" y="1690"/>
                </a:cubicBezTo>
                <a:cubicBezTo>
                  <a:pt x="4267" y="1365"/>
                  <a:pt x="3599" y="1049"/>
                  <a:pt x="2801" y="776"/>
                </a:cubicBezTo>
                <a:cubicBezTo>
                  <a:pt x="2113" y="541"/>
                  <a:pt x="53" y="-31"/>
                  <a:pt x="8" y="1"/>
                </a:cubicBezTo>
                <a:lnTo>
                  <a:pt x="3" y="1"/>
                </a:lnTo>
                <a:close/>
                <a:moveTo>
                  <a:pt x="9514" y="1885"/>
                </a:moveTo>
                <a:cubicBezTo>
                  <a:pt x="8459" y="1885"/>
                  <a:pt x="7904" y="1996"/>
                  <a:pt x="7203" y="2341"/>
                </a:cubicBezTo>
                <a:cubicBezTo>
                  <a:pt x="5390" y="3236"/>
                  <a:pt x="4350" y="4831"/>
                  <a:pt x="4314" y="6786"/>
                </a:cubicBezTo>
                <a:cubicBezTo>
                  <a:pt x="4301" y="7489"/>
                  <a:pt x="4374" y="8012"/>
                  <a:pt x="4478" y="8008"/>
                </a:cubicBezTo>
                <a:cubicBezTo>
                  <a:pt x="4507" y="8007"/>
                  <a:pt x="4643" y="7826"/>
                  <a:pt x="4784" y="7602"/>
                </a:cubicBezTo>
                <a:cubicBezTo>
                  <a:pt x="5359" y="6694"/>
                  <a:pt x="6981" y="5155"/>
                  <a:pt x="7260" y="5252"/>
                </a:cubicBezTo>
                <a:cubicBezTo>
                  <a:pt x="7272" y="5256"/>
                  <a:pt x="7273" y="5256"/>
                  <a:pt x="7282" y="5257"/>
                </a:cubicBezTo>
                <a:cubicBezTo>
                  <a:pt x="7293" y="5250"/>
                  <a:pt x="7306" y="5243"/>
                  <a:pt x="7316" y="5236"/>
                </a:cubicBezTo>
                <a:cubicBezTo>
                  <a:pt x="7315" y="5231"/>
                  <a:pt x="7321" y="5227"/>
                  <a:pt x="7316" y="5221"/>
                </a:cubicBezTo>
                <a:cubicBezTo>
                  <a:pt x="7230" y="5095"/>
                  <a:pt x="8436" y="4507"/>
                  <a:pt x="9231" y="4287"/>
                </a:cubicBezTo>
                <a:cubicBezTo>
                  <a:pt x="9500" y="4212"/>
                  <a:pt x="9872" y="4131"/>
                  <a:pt x="10058" y="4107"/>
                </a:cubicBezTo>
                <a:lnTo>
                  <a:pt x="10398" y="4061"/>
                </a:lnTo>
                <a:lnTo>
                  <a:pt x="9911" y="4297"/>
                </a:lnTo>
                <a:cubicBezTo>
                  <a:pt x="9640" y="4428"/>
                  <a:pt x="9395" y="4506"/>
                  <a:pt x="9293" y="4497"/>
                </a:cubicBezTo>
                <a:cubicBezTo>
                  <a:pt x="9265" y="4511"/>
                  <a:pt x="9241" y="4519"/>
                  <a:pt x="9214" y="4533"/>
                </a:cubicBezTo>
                <a:cubicBezTo>
                  <a:pt x="9247" y="4579"/>
                  <a:pt x="9125" y="4676"/>
                  <a:pt x="8801" y="4846"/>
                </a:cubicBezTo>
                <a:cubicBezTo>
                  <a:pt x="7033" y="5773"/>
                  <a:pt x="6016" y="6656"/>
                  <a:pt x="4824" y="8300"/>
                </a:cubicBezTo>
                <a:cubicBezTo>
                  <a:pt x="4644" y="8548"/>
                  <a:pt x="4478" y="8728"/>
                  <a:pt x="4410" y="8762"/>
                </a:cubicBezTo>
                <a:cubicBezTo>
                  <a:pt x="4397" y="8783"/>
                  <a:pt x="4383" y="8810"/>
                  <a:pt x="4370" y="8829"/>
                </a:cubicBezTo>
                <a:cubicBezTo>
                  <a:pt x="4379" y="8901"/>
                  <a:pt x="4277" y="9149"/>
                  <a:pt x="4127" y="9419"/>
                </a:cubicBezTo>
                <a:cubicBezTo>
                  <a:pt x="3133" y="11208"/>
                  <a:pt x="2939" y="13631"/>
                  <a:pt x="3628" y="15635"/>
                </a:cubicBezTo>
                <a:cubicBezTo>
                  <a:pt x="4366" y="17778"/>
                  <a:pt x="6080" y="19611"/>
                  <a:pt x="8291" y="20623"/>
                </a:cubicBezTo>
                <a:cubicBezTo>
                  <a:pt x="9364" y="21114"/>
                  <a:pt x="10153" y="21320"/>
                  <a:pt x="11679" y="21511"/>
                </a:cubicBezTo>
                <a:cubicBezTo>
                  <a:pt x="12139" y="21569"/>
                  <a:pt x="13733" y="21478"/>
                  <a:pt x="14398" y="21352"/>
                </a:cubicBezTo>
                <a:cubicBezTo>
                  <a:pt x="18320" y="20613"/>
                  <a:pt x="21320" y="17491"/>
                  <a:pt x="21547" y="13915"/>
                </a:cubicBezTo>
                <a:cubicBezTo>
                  <a:pt x="21588" y="13277"/>
                  <a:pt x="21577" y="13181"/>
                  <a:pt x="21474" y="13181"/>
                </a:cubicBezTo>
                <a:cubicBezTo>
                  <a:pt x="21385" y="13181"/>
                  <a:pt x="21344" y="13283"/>
                  <a:pt x="21309" y="13576"/>
                </a:cubicBezTo>
                <a:cubicBezTo>
                  <a:pt x="21108" y="15265"/>
                  <a:pt x="20749" y="16224"/>
                  <a:pt x="19859" y="17436"/>
                </a:cubicBezTo>
                <a:cubicBezTo>
                  <a:pt x="17826" y="20206"/>
                  <a:pt x="14079" y="21504"/>
                  <a:pt x="10551" y="20664"/>
                </a:cubicBezTo>
                <a:cubicBezTo>
                  <a:pt x="8197" y="20104"/>
                  <a:pt x="6255" y="18648"/>
                  <a:pt x="5124" y="16589"/>
                </a:cubicBezTo>
                <a:cubicBezTo>
                  <a:pt x="3849" y="14268"/>
                  <a:pt x="4078" y="11327"/>
                  <a:pt x="5702" y="9163"/>
                </a:cubicBezTo>
                <a:lnTo>
                  <a:pt x="5985" y="8783"/>
                </a:lnTo>
                <a:lnTo>
                  <a:pt x="6840" y="8742"/>
                </a:lnTo>
                <a:cubicBezTo>
                  <a:pt x="7828" y="8695"/>
                  <a:pt x="8617" y="8524"/>
                  <a:pt x="9424" y="8187"/>
                </a:cubicBezTo>
                <a:cubicBezTo>
                  <a:pt x="10608" y="7692"/>
                  <a:pt x="11329" y="7152"/>
                  <a:pt x="12693" y="5744"/>
                </a:cubicBezTo>
                <a:cubicBezTo>
                  <a:pt x="13528" y="4881"/>
                  <a:pt x="14433" y="4099"/>
                  <a:pt x="15236" y="3553"/>
                </a:cubicBezTo>
                <a:cubicBezTo>
                  <a:pt x="15513" y="3365"/>
                  <a:pt x="15746" y="3184"/>
                  <a:pt x="15752" y="3147"/>
                </a:cubicBezTo>
                <a:cubicBezTo>
                  <a:pt x="15758" y="3110"/>
                  <a:pt x="15572" y="3036"/>
                  <a:pt x="15338" y="2988"/>
                </a:cubicBezTo>
                <a:cubicBezTo>
                  <a:pt x="15104" y="2940"/>
                  <a:pt x="14541" y="2798"/>
                  <a:pt x="14086" y="2670"/>
                </a:cubicBezTo>
                <a:cubicBezTo>
                  <a:pt x="12092" y="2107"/>
                  <a:pt x="10809" y="1885"/>
                  <a:pt x="9514" y="1885"/>
                </a:cubicBezTo>
                <a:close/>
                <a:moveTo>
                  <a:pt x="16075" y="8064"/>
                </a:moveTo>
                <a:cubicBezTo>
                  <a:pt x="15820" y="8050"/>
                  <a:pt x="15590" y="8169"/>
                  <a:pt x="15140" y="8495"/>
                </a:cubicBezTo>
                <a:cubicBezTo>
                  <a:pt x="14732" y="8791"/>
                  <a:pt x="14646" y="8888"/>
                  <a:pt x="14664" y="9029"/>
                </a:cubicBezTo>
                <a:cubicBezTo>
                  <a:pt x="14679" y="9144"/>
                  <a:pt x="14740" y="9211"/>
                  <a:pt x="14845" y="9224"/>
                </a:cubicBezTo>
                <a:cubicBezTo>
                  <a:pt x="15075" y="9254"/>
                  <a:pt x="14993" y="9548"/>
                  <a:pt x="14721" y="9671"/>
                </a:cubicBezTo>
                <a:cubicBezTo>
                  <a:pt x="14527" y="9758"/>
                  <a:pt x="14497" y="9753"/>
                  <a:pt x="14364" y="9619"/>
                </a:cubicBezTo>
                <a:cubicBezTo>
                  <a:pt x="14284" y="9539"/>
                  <a:pt x="14198" y="9389"/>
                  <a:pt x="14171" y="9286"/>
                </a:cubicBezTo>
                <a:cubicBezTo>
                  <a:pt x="14134" y="9143"/>
                  <a:pt x="14077" y="9101"/>
                  <a:pt x="13933" y="9101"/>
                </a:cubicBezTo>
                <a:cubicBezTo>
                  <a:pt x="13822" y="9101"/>
                  <a:pt x="13725" y="9149"/>
                  <a:pt x="13695" y="9219"/>
                </a:cubicBezTo>
                <a:cubicBezTo>
                  <a:pt x="13668" y="9285"/>
                  <a:pt x="13564" y="9392"/>
                  <a:pt x="13469" y="9460"/>
                </a:cubicBezTo>
                <a:cubicBezTo>
                  <a:pt x="13373" y="9528"/>
                  <a:pt x="13293" y="9628"/>
                  <a:pt x="13293" y="9681"/>
                </a:cubicBezTo>
                <a:cubicBezTo>
                  <a:pt x="13293" y="9784"/>
                  <a:pt x="13617" y="9885"/>
                  <a:pt x="13735" y="9820"/>
                </a:cubicBezTo>
                <a:cubicBezTo>
                  <a:pt x="13774" y="9797"/>
                  <a:pt x="13825" y="9825"/>
                  <a:pt x="13848" y="9881"/>
                </a:cubicBezTo>
                <a:cubicBezTo>
                  <a:pt x="13872" y="9937"/>
                  <a:pt x="13950" y="9986"/>
                  <a:pt x="14024" y="9989"/>
                </a:cubicBezTo>
                <a:cubicBezTo>
                  <a:pt x="14140" y="9993"/>
                  <a:pt x="14143" y="10004"/>
                  <a:pt x="14013" y="10050"/>
                </a:cubicBezTo>
                <a:cubicBezTo>
                  <a:pt x="13920" y="10083"/>
                  <a:pt x="13860" y="10166"/>
                  <a:pt x="13860" y="10266"/>
                </a:cubicBezTo>
                <a:cubicBezTo>
                  <a:pt x="13860" y="10399"/>
                  <a:pt x="13814" y="10429"/>
                  <a:pt x="13622" y="10446"/>
                </a:cubicBezTo>
                <a:cubicBezTo>
                  <a:pt x="13419" y="10463"/>
                  <a:pt x="13370" y="10513"/>
                  <a:pt x="13259" y="10774"/>
                </a:cubicBezTo>
                <a:cubicBezTo>
                  <a:pt x="13120" y="11103"/>
                  <a:pt x="13166" y="11231"/>
                  <a:pt x="13452" y="11313"/>
                </a:cubicBezTo>
                <a:cubicBezTo>
                  <a:pt x="13573" y="11348"/>
                  <a:pt x="13525" y="11411"/>
                  <a:pt x="13129" y="11739"/>
                </a:cubicBezTo>
                <a:cubicBezTo>
                  <a:pt x="12280" y="12441"/>
                  <a:pt x="12226" y="12508"/>
                  <a:pt x="12273" y="12786"/>
                </a:cubicBezTo>
                <a:cubicBezTo>
                  <a:pt x="12299" y="12935"/>
                  <a:pt x="12273" y="13128"/>
                  <a:pt x="12205" y="13274"/>
                </a:cubicBezTo>
                <a:cubicBezTo>
                  <a:pt x="12078" y="13549"/>
                  <a:pt x="12119" y="13701"/>
                  <a:pt x="12330" y="13761"/>
                </a:cubicBezTo>
                <a:cubicBezTo>
                  <a:pt x="12411" y="13784"/>
                  <a:pt x="12557" y="13924"/>
                  <a:pt x="12659" y="14069"/>
                </a:cubicBezTo>
                <a:cubicBezTo>
                  <a:pt x="12887" y="14396"/>
                  <a:pt x="13179" y="14459"/>
                  <a:pt x="13905" y="14341"/>
                </a:cubicBezTo>
                <a:cubicBezTo>
                  <a:pt x="14311" y="14276"/>
                  <a:pt x="14504" y="14280"/>
                  <a:pt x="14834" y="14346"/>
                </a:cubicBezTo>
                <a:lnTo>
                  <a:pt x="15253" y="14428"/>
                </a:lnTo>
                <a:lnTo>
                  <a:pt x="15253" y="14721"/>
                </a:lnTo>
                <a:cubicBezTo>
                  <a:pt x="15253" y="14895"/>
                  <a:pt x="15312" y="15108"/>
                  <a:pt x="15401" y="15239"/>
                </a:cubicBezTo>
                <a:cubicBezTo>
                  <a:pt x="15583" y="15509"/>
                  <a:pt x="15599" y="15968"/>
                  <a:pt x="15435" y="16256"/>
                </a:cubicBezTo>
                <a:cubicBezTo>
                  <a:pt x="15327" y="16444"/>
                  <a:pt x="15327" y="16485"/>
                  <a:pt x="15435" y="16728"/>
                </a:cubicBezTo>
                <a:cubicBezTo>
                  <a:pt x="15500" y="16875"/>
                  <a:pt x="15554" y="17087"/>
                  <a:pt x="15554" y="17200"/>
                </a:cubicBezTo>
                <a:cubicBezTo>
                  <a:pt x="15554" y="17313"/>
                  <a:pt x="15618" y="17525"/>
                  <a:pt x="15701" y="17672"/>
                </a:cubicBezTo>
                <a:cubicBezTo>
                  <a:pt x="15784" y="17819"/>
                  <a:pt x="15854" y="18017"/>
                  <a:pt x="15854" y="18108"/>
                </a:cubicBezTo>
                <a:cubicBezTo>
                  <a:pt x="15854" y="18200"/>
                  <a:pt x="15898" y="18287"/>
                  <a:pt x="15950" y="18303"/>
                </a:cubicBezTo>
                <a:cubicBezTo>
                  <a:pt x="16080" y="18344"/>
                  <a:pt x="16596" y="18174"/>
                  <a:pt x="16885" y="17996"/>
                </a:cubicBezTo>
                <a:cubicBezTo>
                  <a:pt x="17017" y="17914"/>
                  <a:pt x="17249" y="17679"/>
                  <a:pt x="17400" y="17472"/>
                </a:cubicBezTo>
                <a:cubicBezTo>
                  <a:pt x="17630" y="17157"/>
                  <a:pt x="17664" y="17054"/>
                  <a:pt x="17633" y="16836"/>
                </a:cubicBezTo>
                <a:cubicBezTo>
                  <a:pt x="17593" y="16563"/>
                  <a:pt x="17597" y="16554"/>
                  <a:pt x="18063" y="16220"/>
                </a:cubicBezTo>
                <a:cubicBezTo>
                  <a:pt x="18273" y="16069"/>
                  <a:pt x="18283" y="16043"/>
                  <a:pt x="18273" y="15542"/>
                </a:cubicBezTo>
                <a:lnTo>
                  <a:pt x="18262" y="15019"/>
                </a:lnTo>
                <a:lnTo>
                  <a:pt x="18749" y="14536"/>
                </a:lnTo>
                <a:cubicBezTo>
                  <a:pt x="19204" y="14087"/>
                  <a:pt x="19401" y="13782"/>
                  <a:pt x="19287" y="13679"/>
                </a:cubicBezTo>
                <a:cubicBezTo>
                  <a:pt x="19260" y="13655"/>
                  <a:pt x="19094" y="13640"/>
                  <a:pt x="18919" y="13648"/>
                </a:cubicBezTo>
                <a:cubicBezTo>
                  <a:pt x="18601" y="13663"/>
                  <a:pt x="18601" y="13660"/>
                  <a:pt x="18165" y="13104"/>
                </a:cubicBezTo>
                <a:cubicBezTo>
                  <a:pt x="17918" y="12788"/>
                  <a:pt x="17739" y="12491"/>
                  <a:pt x="17752" y="12417"/>
                </a:cubicBezTo>
                <a:cubicBezTo>
                  <a:pt x="17768" y="12319"/>
                  <a:pt x="17844" y="12387"/>
                  <a:pt x="18063" y="12683"/>
                </a:cubicBezTo>
                <a:cubicBezTo>
                  <a:pt x="18225" y="12901"/>
                  <a:pt x="18446" y="13195"/>
                  <a:pt x="18550" y="13335"/>
                </a:cubicBezTo>
                <a:cubicBezTo>
                  <a:pt x="18655" y="13476"/>
                  <a:pt x="18787" y="13592"/>
                  <a:pt x="18845" y="13592"/>
                </a:cubicBezTo>
                <a:cubicBezTo>
                  <a:pt x="19001" y="13592"/>
                  <a:pt x="19911" y="12964"/>
                  <a:pt x="19961" y="12822"/>
                </a:cubicBezTo>
                <a:cubicBezTo>
                  <a:pt x="19985" y="12755"/>
                  <a:pt x="19966" y="12656"/>
                  <a:pt x="19916" y="12601"/>
                </a:cubicBezTo>
                <a:cubicBezTo>
                  <a:pt x="19839" y="12518"/>
                  <a:pt x="19867" y="12504"/>
                  <a:pt x="20097" y="12504"/>
                </a:cubicBezTo>
                <a:cubicBezTo>
                  <a:pt x="20295" y="12504"/>
                  <a:pt x="20415" y="12550"/>
                  <a:pt x="20533" y="12673"/>
                </a:cubicBezTo>
                <a:cubicBezTo>
                  <a:pt x="20741" y="12889"/>
                  <a:pt x="20910" y="12896"/>
                  <a:pt x="20862" y="12689"/>
                </a:cubicBezTo>
                <a:cubicBezTo>
                  <a:pt x="20656" y="11804"/>
                  <a:pt x="20572" y="11515"/>
                  <a:pt x="20403" y="11108"/>
                </a:cubicBezTo>
                <a:cubicBezTo>
                  <a:pt x="20032" y="10211"/>
                  <a:pt x="19308" y="9175"/>
                  <a:pt x="18624" y="8572"/>
                </a:cubicBezTo>
                <a:cubicBezTo>
                  <a:pt x="18315" y="8299"/>
                  <a:pt x="18280" y="8287"/>
                  <a:pt x="17888" y="8300"/>
                </a:cubicBezTo>
                <a:cubicBezTo>
                  <a:pt x="17660" y="8308"/>
                  <a:pt x="17446" y="8346"/>
                  <a:pt x="17417" y="8382"/>
                </a:cubicBezTo>
                <a:cubicBezTo>
                  <a:pt x="17386" y="8423"/>
                  <a:pt x="17311" y="8401"/>
                  <a:pt x="17225" y="8331"/>
                </a:cubicBezTo>
                <a:cubicBezTo>
                  <a:pt x="17147" y="8267"/>
                  <a:pt x="16983" y="8214"/>
                  <a:pt x="16862" y="8213"/>
                </a:cubicBezTo>
                <a:cubicBezTo>
                  <a:pt x="16741" y="8212"/>
                  <a:pt x="16509" y="8172"/>
                  <a:pt x="16347" y="8121"/>
                </a:cubicBezTo>
                <a:cubicBezTo>
                  <a:pt x="16247" y="8089"/>
                  <a:pt x="16160" y="8069"/>
                  <a:pt x="16075" y="8064"/>
                </a:cubicBezTo>
                <a:close/>
                <a:moveTo>
                  <a:pt x="15922" y="8762"/>
                </a:moveTo>
                <a:cubicBezTo>
                  <a:pt x="15955" y="8762"/>
                  <a:pt x="15970" y="8833"/>
                  <a:pt x="15950" y="8926"/>
                </a:cubicBezTo>
                <a:cubicBezTo>
                  <a:pt x="15922" y="9057"/>
                  <a:pt x="15954" y="9113"/>
                  <a:pt x="16092" y="9163"/>
                </a:cubicBezTo>
                <a:cubicBezTo>
                  <a:pt x="16207" y="9204"/>
                  <a:pt x="16222" y="9232"/>
                  <a:pt x="16143" y="9234"/>
                </a:cubicBezTo>
                <a:cubicBezTo>
                  <a:pt x="16075" y="9237"/>
                  <a:pt x="15979" y="9327"/>
                  <a:pt x="15927" y="9440"/>
                </a:cubicBezTo>
                <a:cubicBezTo>
                  <a:pt x="15876" y="9552"/>
                  <a:pt x="15812" y="9639"/>
                  <a:pt x="15786" y="9635"/>
                </a:cubicBezTo>
                <a:cubicBezTo>
                  <a:pt x="15531" y="9592"/>
                  <a:pt x="15412" y="9539"/>
                  <a:pt x="15265" y="9399"/>
                </a:cubicBezTo>
                <a:cubicBezTo>
                  <a:pt x="15170" y="9309"/>
                  <a:pt x="15126" y="9234"/>
                  <a:pt x="15163" y="9234"/>
                </a:cubicBezTo>
                <a:cubicBezTo>
                  <a:pt x="15199" y="9234"/>
                  <a:pt x="15292" y="9298"/>
                  <a:pt x="15367" y="9373"/>
                </a:cubicBezTo>
                <a:cubicBezTo>
                  <a:pt x="15539" y="9545"/>
                  <a:pt x="15587" y="9545"/>
                  <a:pt x="15774" y="9363"/>
                </a:cubicBezTo>
                <a:cubicBezTo>
                  <a:pt x="15886" y="9254"/>
                  <a:pt x="15907" y="9191"/>
                  <a:pt x="15848" y="9127"/>
                </a:cubicBezTo>
                <a:cubicBezTo>
                  <a:pt x="15764" y="9035"/>
                  <a:pt x="15819" y="8762"/>
                  <a:pt x="15922" y="8762"/>
                </a:cubicBezTo>
                <a:close/>
                <a:moveTo>
                  <a:pt x="7305" y="8947"/>
                </a:moveTo>
                <a:cubicBezTo>
                  <a:pt x="7117" y="8961"/>
                  <a:pt x="6923" y="9002"/>
                  <a:pt x="6880" y="9060"/>
                </a:cubicBezTo>
                <a:cubicBezTo>
                  <a:pt x="6850" y="9101"/>
                  <a:pt x="6824" y="9219"/>
                  <a:pt x="6823" y="9322"/>
                </a:cubicBezTo>
                <a:cubicBezTo>
                  <a:pt x="6822" y="9508"/>
                  <a:pt x="6725" y="9570"/>
                  <a:pt x="6637" y="9440"/>
                </a:cubicBezTo>
                <a:cubicBezTo>
                  <a:pt x="6536" y="9292"/>
                  <a:pt x="6297" y="9504"/>
                  <a:pt x="6297" y="9743"/>
                </a:cubicBezTo>
                <a:cubicBezTo>
                  <a:pt x="6297" y="10005"/>
                  <a:pt x="6134" y="10189"/>
                  <a:pt x="5900" y="10189"/>
                </a:cubicBezTo>
                <a:cubicBezTo>
                  <a:pt x="5741" y="10189"/>
                  <a:pt x="5742" y="10188"/>
                  <a:pt x="5911" y="10045"/>
                </a:cubicBezTo>
                <a:cubicBezTo>
                  <a:pt x="6007" y="9965"/>
                  <a:pt x="6066" y="9861"/>
                  <a:pt x="6042" y="9804"/>
                </a:cubicBezTo>
                <a:cubicBezTo>
                  <a:pt x="6017" y="9747"/>
                  <a:pt x="6068" y="9651"/>
                  <a:pt x="6161" y="9583"/>
                </a:cubicBezTo>
                <a:cubicBezTo>
                  <a:pt x="6276" y="9499"/>
                  <a:pt x="6307" y="9423"/>
                  <a:pt x="6268" y="9332"/>
                </a:cubicBezTo>
                <a:cubicBezTo>
                  <a:pt x="6217" y="9211"/>
                  <a:pt x="6205" y="9214"/>
                  <a:pt x="6070" y="9373"/>
                </a:cubicBezTo>
                <a:cubicBezTo>
                  <a:pt x="5991" y="9466"/>
                  <a:pt x="5924" y="9571"/>
                  <a:pt x="5923" y="9604"/>
                </a:cubicBezTo>
                <a:cubicBezTo>
                  <a:pt x="5922" y="9637"/>
                  <a:pt x="5875" y="9696"/>
                  <a:pt x="5815" y="9737"/>
                </a:cubicBezTo>
                <a:cubicBezTo>
                  <a:pt x="5515" y="9946"/>
                  <a:pt x="4802" y="11584"/>
                  <a:pt x="4654" y="12401"/>
                </a:cubicBezTo>
                <a:cubicBezTo>
                  <a:pt x="4471" y="13411"/>
                  <a:pt x="4468" y="14395"/>
                  <a:pt x="4648" y="14131"/>
                </a:cubicBezTo>
                <a:cubicBezTo>
                  <a:pt x="4693" y="14066"/>
                  <a:pt x="4719" y="14091"/>
                  <a:pt x="4756" y="14223"/>
                </a:cubicBezTo>
                <a:cubicBezTo>
                  <a:pt x="4809" y="14414"/>
                  <a:pt x="4845" y="14428"/>
                  <a:pt x="5186" y="14408"/>
                </a:cubicBezTo>
                <a:cubicBezTo>
                  <a:pt x="5573" y="14385"/>
                  <a:pt x="6258" y="14562"/>
                  <a:pt x="6614" y="14772"/>
                </a:cubicBezTo>
                <a:cubicBezTo>
                  <a:pt x="6908" y="14947"/>
                  <a:pt x="6961" y="15008"/>
                  <a:pt x="6925" y="15137"/>
                </a:cubicBezTo>
                <a:cubicBezTo>
                  <a:pt x="6902" y="15222"/>
                  <a:pt x="6902" y="15364"/>
                  <a:pt x="6925" y="15450"/>
                </a:cubicBezTo>
                <a:cubicBezTo>
                  <a:pt x="6989" y="15680"/>
                  <a:pt x="7773" y="16468"/>
                  <a:pt x="8036" y="16569"/>
                </a:cubicBezTo>
                <a:cubicBezTo>
                  <a:pt x="8186" y="16626"/>
                  <a:pt x="8303" y="16746"/>
                  <a:pt x="8376" y="16913"/>
                </a:cubicBezTo>
                <a:cubicBezTo>
                  <a:pt x="8436" y="17052"/>
                  <a:pt x="8540" y="17253"/>
                  <a:pt x="8608" y="17364"/>
                </a:cubicBezTo>
                <a:cubicBezTo>
                  <a:pt x="8676" y="17475"/>
                  <a:pt x="8803" y="17795"/>
                  <a:pt x="8891" y="18078"/>
                </a:cubicBezTo>
                <a:cubicBezTo>
                  <a:pt x="9101" y="18749"/>
                  <a:pt x="10022" y="20031"/>
                  <a:pt x="10342" y="20095"/>
                </a:cubicBezTo>
                <a:cubicBezTo>
                  <a:pt x="10455" y="20117"/>
                  <a:pt x="10635" y="20161"/>
                  <a:pt x="10738" y="20192"/>
                </a:cubicBezTo>
                <a:cubicBezTo>
                  <a:pt x="10999" y="20271"/>
                  <a:pt x="11022" y="20272"/>
                  <a:pt x="11084" y="20182"/>
                </a:cubicBezTo>
                <a:cubicBezTo>
                  <a:pt x="11114" y="20137"/>
                  <a:pt x="11064" y="20050"/>
                  <a:pt x="10970" y="19982"/>
                </a:cubicBezTo>
                <a:cubicBezTo>
                  <a:pt x="10879" y="19915"/>
                  <a:pt x="10726" y="19659"/>
                  <a:pt x="10630" y="19412"/>
                </a:cubicBezTo>
                <a:cubicBezTo>
                  <a:pt x="10535" y="19165"/>
                  <a:pt x="10417" y="18926"/>
                  <a:pt x="10370" y="18883"/>
                </a:cubicBezTo>
                <a:cubicBezTo>
                  <a:pt x="10233" y="18760"/>
                  <a:pt x="10273" y="18548"/>
                  <a:pt x="10438" y="18509"/>
                </a:cubicBezTo>
                <a:cubicBezTo>
                  <a:pt x="10534" y="18486"/>
                  <a:pt x="10585" y="18420"/>
                  <a:pt x="10585" y="18319"/>
                </a:cubicBezTo>
                <a:cubicBezTo>
                  <a:pt x="10585" y="18232"/>
                  <a:pt x="10623" y="18137"/>
                  <a:pt x="10664" y="18114"/>
                </a:cubicBezTo>
                <a:cubicBezTo>
                  <a:pt x="10706" y="18090"/>
                  <a:pt x="10738" y="17997"/>
                  <a:pt x="10738" y="17903"/>
                </a:cubicBezTo>
                <a:cubicBezTo>
                  <a:pt x="10738" y="17809"/>
                  <a:pt x="10772" y="17672"/>
                  <a:pt x="10817" y="17595"/>
                </a:cubicBezTo>
                <a:cubicBezTo>
                  <a:pt x="10875" y="17499"/>
                  <a:pt x="10881" y="17407"/>
                  <a:pt x="10829" y="17303"/>
                </a:cubicBezTo>
                <a:cubicBezTo>
                  <a:pt x="10731" y="17108"/>
                  <a:pt x="10788" y="17033"/>
                  <a:pt x="11135" y="16902"/>
                </a:cubicBezTo>
                <a:cubicBezTo>
                  <a:pt x="11496" y="16766"/>
                  <a:pt x="11534" y="16659"/>
                  <a:pt x="11373" y="16276"/>
                </a:cubicBezTo>
                <a:cubicBezTo>
                  <a:pt x="11260" y="16010"/>
                  <a:pt x="11257" y="15929"/>
                  <a:pt x="11339" y="15706"/>
                </a:cubicBezTo>
                <a:cubicBezTo>
                  <a:pt x="11518" y="15216"/>
                  <a:pt x="11201" y="14993"/>
                  <a:pt x="10189" y="14880"/>
                </a:cubicBezTo>
                <a:cubicBezTo>
                  <a:pt x="9744" y="14831"/>
                  <a:pt x="9539" y="14775"/>
                  <a:pt x="9458" y="14685"/>
                </a:cubicBezTo>
                <a:cubicBezTo>
                  <a:pt x="9294" y="14504"/>
                  <a:pt x="9055" y="14408"/>
                  <a:pt x="8761" y="14408"/>
                </a:cubicBezTo>
                <a:cubicBezTo>
                  <a:pt x="8617" y="14408"/>
                  <a:pt x="8415" y="14345"/>
                  <a:pt x="8308" y="14269"/>
                </a:cubicBezTo>
                <a:cubicBezTo>
                  <a:pt x="8100" y="14121"/>
                  <a:pt x="7916" y="14095"/>
                  <a:pt x="7843" y="14203"/>
                </a:cubicBezTo>
                <a:cubicBezTo>
                  <a:pt x="7818" y="14240"/>
                  <a:pt x="7647" y="14269"/>
                  <a:pt x="7469" y="14269"/>
                </a:cubicBezTo>
                <a:cubicBezTo>
                  <a:pt x="7246" y="14269"/>
                  <a:pt x="7107" y="14312"/>
                  <a:pt x="7016" y="14403"/>
                </a:cubicBezTo>
                <a:cubicBezTo>
                  <a:pt x="6875" y="14544"/>
                  <a:pt x="6676" y="14523"/>
                  <a:pt x="6676" y="14367"/>
                </a:cubicBezTo>
                <a:cubicBezTo>
                  <a:pt x="6676" y="14315"/>
                  <a:pt x="6531" y="14148"/>
                  <a:pt x="6359" y="13997"/>
                </a:cubicBezTo>
                <a:lnTo>
                  <a:pt x="6047" y="13720"/>
                </a:lnTo>
                <a:lnTo>
                  <a:pt x="5849" y="13895"/>
                </a:lnTo>
                <a:cubicBezTo>
                  <a:pt x="5627" y="14087"/>
                  <a:pt x="5469" y="14032"/>
                  <a:pt x="5469" y="13756"/>
                </a:cubicBezTo>
                <a:cubicBezTo>
                  <a:pt x="5469" y="13499"/>
                  <a:pt x="5554" y="13387"/>
                  <a:pt x="5826" y="13284"/>
                </a:cubicBezTo>
                <a:cubicBezTo>
                  <a:pt x="6093" y="13183"/>
                  <a:pt x="6160" y="13191"/>
                  <a:pt x="6393" y="13371"/>
                </a:cubicBezTo>
                <a:cubicBezTo>
                  <a:pt x="6517" y="13468"/>
                  <a:pt x="6517" y="13478"/>
                  <a:pt x="6393" y="13561"/>
                </a:cubicBezTo>
                <a:cubicBezTo>
                  <a:pt x="6215" y="13680"/>
                  <a:pt x="6330" y="13767"/>
                  <a:pt x="6733" y="13813"/>
                </a:cubicBezTo>
                <a:cubicBezTo>
                  <a:pt x="6983" y="13841"/>
                  <a:pt x="7072" y="13828"/>
                  <a:pt x="7107" y="13746"/>
                </a:cubicBezTo>
                <a:cubicBezTo>
                  <a:pt x="7157" y="13627"/>
                  <a:pt x="6917" y="13436"/>
                  <a:pt x="6778" y="13484"/>
                </a:cubicBezTo>
                <a:cubicBezTo>
                  <a:pt x="6725" y="13503"/>
                  <a:pt x="6672" y="13407"/>
                  <a:pt x="6642" y="13238"/>
                </a:cubicBezTo>
                <a:cubicBezTo>
                  <a:pt x="6603" y="13018"/>
                  <a:pt x="6625" y="12930"/>
                  <a:pt x="6738" y="12817"/>
                </a:cubicBezTo>
                <a:cubicBezTo>
                  <a:pt x="6818" y="12738"/>
                  <a:pt x="6899" y="12564"/>
                  <a:pt x="6925" y="12432"/>
                </a:cubicBezTo>
                <a:cubicBezTo>
                  <a:pt x="6997" y="12068"/>
                  <a:pt x="7168" y="11900"/>
                  <a:pt x="7696" y="11672"/>
                </a:cubicBezTo>
                <a:cubicBezTo>
                  <a:pt x="7960" y="11558"/>
                  <a:pt x="8177" y="11431"/>
                  <a:pt x="8177" y="11390"/>
                </a:cubicBezTo>
                <a:cubicBezTo>
                  <a:pt x="8177" y="11349"/>
                  <a:pt x="8272" y="11254"/>
                  <a:pt x="8381" y="11174"/>
                </a:cubicBezTo>
                <a:cubicBezTo>
                  <a:pt x="8614" y="11006"/>
                  <a:pt x="8591" y="10798"/>
                  <a:pt x="8313" y="10518"/>
                </a:cubicBezTo>
                <a:cubicBezTo>
                  <a:pt x="8219" y="10423"/>
                  <a:pt x="8106" y="10290"/>
                  <a:pt x="8064" y="10225"/>
                </a:cubicBezTo>
                <a:cubicBezTo>
                  <a:pt x="7997" y="10121"/>
                  <a:pt x="7963" y="10120"/>
                  <a:pt x="7770" y="10199"/>
                </a:cubicBezTo>
                <a:cubicBezTo>
                  <a:pt x="7597" y="10270"/>
                  <a:pt x="7545" y="10271"/>
                  <a:pt x="7520" y="10204"/>
                </a:cubicBezTo>
                <a:cubicBezTo>
                  <a:pt x="7441" y="9990"/>
                  <a:pt x="6976" y="10226"/>
                  <a:pt x="6976" y="10482"/>
                </a:cubicBezTo>
                <a:cubicBezTo>
                  <a:pt x="6976" y="10557"/>
                  <a:pt x="6936" y="10721"/>
                  <a:pt x="6886" y="10846"/>
                </a:cubicBezTo>
                <a:cubicBezTo>
                  <a:pt x="6801" y="11059"/>
                  <a:pt x="6779" y="11072"/>
                  <a:pt x="6529" y="11031"/>
                </a:cubicBezTo>
                <a:cubicBezTo>
                  <a:pt x="6040" y="10951"/>
                  <a:pt x="6032" y="10899"/>
                  <a:pt x="6478" y="10471"/>
                </a:cubicBezTo>
                <a:cubicBezTo>
                  <a:pt x="7024" y="9948"/>
                  <a:pt x="7277" y="9668"/>
                  <a:pt x="7277" y="9573"/>
                </a:cubicBezTo>
                <a:cubicBezTo>
                  <a:pt x="7277" y="9503"/>
                  <a:pt x="7297" y="9499"/>
                  <a:pt x="7367" y="9563"/>
                </a:cubicBezTo>
                <a:cubicBezTo>
                  <a:pt x="7438" y="9626"/>
                  <a:pt x="7438" y="9664"/>
                  <a:pt x="7367" y="9727"/>
                </a:cubicBezTo>
                <a:cubicBezTo>
                  <a:pt x="7158" y="9916"/>
                  <a:pt x="7263" y="9994"/>
                  <a:pt x="7707" y="9973"/>
                </a:cubicBezTo>
                <a:cubicBezTo>
                  <a:pt x="8086" y="9956"/>
                  <a:pt x="8146" y="9934"/>
                  <a:pt x="8166" y="9804"/>
                </a:cubicBezTo>
                <a:cubicBezTo>
                  <a:pt x="8179" y="9723"/>
                  <a:pt x="8237" y="9618"/>
                  <a:pt x="8296" y="9573"/>
                </a:cubicBezTo>
                <a:cubicBezTo>
                  <a:pt x="8484" y="9432"/>
                  <a:pt x="8415" y="9318"/>
                  <a:pt x="8070" y="9198"/>
                </a:cubicBezTo>
                <a:cubicBezTo>
                  <a:pt x="7886" y="9135"/>
                  <a:pt x="7722" y="9046"/>
                  <a:pt x="7702" y="8998"/>
                </a:cubicBezTo>
                <a:cubicBezTo>
                  <a:pt x="7679" y="8945"/>
                  <a:pt x="7493" y="8933"/>
                  <a:pt x="7305" y="8947"/>
                </a:cubicBezTo>
                <a:close/>
                <a:moveTo>
                  <a:pt x="14981" y="10625"/>
                </a:moveTo>
                <a:cubicBezTo>
                  <a:pt x="15099" y="10618"/>
                  <a:pt x="15219" y="10684"/>
                  <a:pt x="15384" y="10820"/>
                </a:cubicBezTo>
                <a:cubicBezTo>
                  <a:pt x="15520" y="10933"/>
                  <a:pt x="15546" y="11009"/>
                  <a:pt x="15508" y="11190"/>
                </a:cubicBezTo>
                <a:cubicBezTo>
                  <a:pt x="15454" y="11453"/>
                  <a:pt x="15529" y="11469"/>
                  <a:pt x="15956" y="11308"/>
                </a:cubicBezTo>
                <a:cubicBezTo>
                  <a:pt x="16266" y="11191"/>
                  <a:pt x="16280" y="11166"/>
                  <a:pt x="16103" y="10990"/>
                </a:cubicBezTo>
                <a:cubicBezTo>
                  <a:pt x="15992" y="10878"/>
                  <a:pt x="15992" y="10871"/>
                  <a:pt x="16097" y="10908"/>
                </a:cubicBezTo>
                <a:cubicBezTo>
                  <a:pt x="16164" y="10931"/>
                  <a:pt x="16257" y="11039"/>
                  <a:pt x="16307" y="11149"/>
                </a:cubicBezTo>
                <a:cubicBezTo>
                  <a:pt x="16406" y="11365"/>
                  <a:pt x="16586" y="11411"/>
                  <a:pt x="16658" y="11241"/>
                </a:cubicBezTo>
                <a:cubicBezTo>
                  <a:pt x="16693" y="11159"/>
                  <a:pt x="16731" y="11183"/>
                  <a:pt x="16840" y="11344"/>
                </a:cubicBezTo>
                <a:cubicBezTo>
                  <a:pt x="16983" y="11557"/>
                  <a:pt x="17065" y="11581"/>
                  <a:pt x="17491" y="11554"/>
                </a:cubicBezTo>
                <a:cubicBezTo>
                  <a:pt x="17699" y="11541"/>
                  <a:pt x="17727" y="11556"/>
                  <a:pt x="17684" y="11662"/>
                </a:cubicBezTo>
                <a:cubicBezTo>
                  <a:pt x="17656" y="11730"/>
                  <a:pt x="17598" y="11809"/>
                  <a:pt x="17553" y="11837"/>
                </a:cubicBezTo>
                <a:cubicBezTo>
                  <a:pt x="17417" y="11921"/>
                  <a:pt x="16884" y="11890"/>
                  <a:pt x="16670" y="11785"/>
                </a:cubicBezTo>
                <a:cubicBezTo>
                  <a:pt x="16509" y="11706"/>
                  <a:pt x="16424" y="11703"/>
                  <a:pt x="16273" y="11765"/>
                </a:cubicBezTo>
                <a:cubicBezTo>
                  <a:pt x="15974" y="11888"/>
                  <a:pt x="15611" y="11765"/>
                  <a:pt x="15474" y="11493"/>
                </a:cubicBezTo>
                <a:lnTo>
                  <a:pt x="15367" y="11267"/>
                </a:lnTo>
                <a:lnTo>
                  <a:pt x="14613" y="11308"/>
                </a:lnTo>
                <a:cubicBezTo>
                  <a:pt x="13935" y="11344"/>
                  <a:pt x="13883" y="11336"/>
                  <a:pt x="14086" y="11251"/>
                </a:cubicBezTo>
                <a:cubicBezTo>
                  <a:pt x="14210" y="11200"/>
                  <a:pt x="14436" y="11029"/>
                  <a:pt x="14590" y="10872"/>
                </a:cubicBezTo>
                <a:cubicBezTo>
                  <a:pt x="14745" y="10715"/>
                  <a:pt x="14863" y="10633"/>
                  <a:pt x="14981" y="10625"/>
                </a:cubicBezTo>
                <a:close/>
                <a:moveTo>
                  <a:pt x="15701" y="10666"/>
                </a:moveTo>
                <a:cubicBezTo>
                  <a:pt x="15705" y="10663"/>
                  <a:pt x="15737" y="10681"/>
                  <a:pt x="15797" y="10723"/>
                </a:cubicBezTo>
                <a:cubicBezTo>
                  <a:pt x="15870" y="10774"/>
                  <a:pt x="15927" y="10832"/>
                  <a:pt x="15927" y="10846"/>
                </a:cubicBezTo>
                <a:cubicBezTo>
                  <a:pt x="15927" y="10902"/>
                  <a:pt x="15867" y="10862"/>
                  <a:pt x="15769" y="10748"/>
                </a:cubicBezTo>
                <a:cubicBezTo>
                  <a:pt x="15722" y="10695"/>
                  <a:pt x="15697" y="10670"/>
                  <a:pt x="15701" y="10666"/>
                </a:cubicBezTo>
                <a:close/>
                <a:moveTo>
                  <a:pt x="19049" y="12232"/>
                </a:moveTo>
                <a:cubicBezTo>
                  <a:pt x="19090" y="12229"/>
                  <a:pt x="19173" y="12268"/>
                  <a:pt x="19264" y="12340"/>
                </a:cubicBezTo>
                <a:cubicBezTo>
                  <a:pt x="19381" y="12431"/>
                  <a:pt x="19429" y="12504"/>
                  <a:pt x="19372" y="12504"/>
                </a:cubicBezTo>
                <a:cubicBezTo>
                  <a:pt x="19221" y="12504"/>
                  <a:pt x="18987" y="12333"/>
                  <a:pt x="19021" y="12247"/>
                </a:cubicBezTo>
                <a:cubicBezTo>
                  <a:pt x="19025" y="12236"/>
                  <a:pt x="19035" y="12233"/>
                  <a:pt x="19049" y="12232"/>
                </a:cubicBezTo>
                <a:close/>
                <a:moveTo>
                  <a:pt x="19026" y="15835"/>
                </a:moveTo>
                <a:cubicBezTo>
                  <a:pt x="18982" y="15835"/>
                  <a:pt x="18831" y="15895"/>
                  <a:pt x="18698" y="15968"/>
                </a:cubicBezTo>
                <a:cubicBezTo>
                  <a:pt x="18508" y="16073"/>
                  <a:pt x="18438" y="16178"/>
                  <a:pt x="18358" y="16461"/>
                </a:cubicBezTo>
                <a:cubicBezTo>
                  <a:pt x="18254" y="16829"/>
                  <a:pt x="18281" y="17126"/>
                  <a:pt x="18431" y="17210"/>
                </a:cubicBezTo>
                <a:cubicBezTo>
                  <a:pt x="18568" y="17287"/>
                  <a:pt x="18784" y="17138"/>
                  <a:pt x="18828" y="16938"/>
                </a:cubicBezTo>
                <a:cubicBezTo>
                  <a:pt x="18850" y="16836"/>
                  <a:pt x="18907" y="16666"/>
                  <a:pt x="18953" y="16553"/>
                </a:cubicBezTo>
                <a:cubicBezTo>
                  <a:pt x="19079" y="16244"/>
                  <a:pt x="19121" y="15835"/>
                  <a:pt x="19026" y="15835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49" name="Linha de Conexão" descr="Linha de Conexão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4914893" y="5826864"/>
            <a:ext cx="2772410" cy="531855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DA9F92B-245A-686F-599D-D0ED6D9CBBC0}"/>
              </a:ext>
            </a:extLst>
          </p:cNvPr>
          <p:cNvGrpSpPr/>
          <p:nvPr/>
        </p:nvGrpSpPr>
        <p:grpSpPr>
          <a:xfrm>
            <a:off x="7971057" y="892853"/>
            <a:ext cx="3919131" cy="3897890"/>
            <a:chOff x="8437045" y="-115972"/>
            <a:chExt cx="3919131" cy="4152757"/>
          </a:xfrm>
        </p:grpSpPr>
        <p:pic>
          <p:nvPicPr>
            <p:cNvPr id="20" name="Picture 31" descr="A diagram of a graph&#10;&#10;AI-generated content may be incorrect.">
              <a:extLst>
                <a:ext uri="{FF2B5EF4-FFF2-40B4-BE49-F238E27FC236}">
                  <a16:creationId xmlns:a16="http://schemas.microsoft.com/office/drawing/2014/main" id="{F1A08BEA-892B-25FC-6FCE-0B23ECF84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87"/>
            <a:stretch/>
          </p:blipFill>
          <p:spPr>
            <a:xfrm>
              <a:off x="8437045" y="-115972"/>
              <a:ext cx="3919131" cy="4152757"/>
            </a:xfrm>
            <a:prstGeom prst="rect">
              <a:avLst/>
            </a:prstGeom>
          </p:spPr>
        </p:pic>
        <p:sp>
          <p:nvSpPr>
            <p:cNvPr id="23" name="+">
              <a:extLst>
                <a:ext uri="{FF2B5EF4-FFF2-40B4-BE49-F238E27FC236}">
                  <a16:creationId xmlns:a16="http://schemas.microsoft.com/office/drawing/2014/main" id="{4FAFE55F-BD81-F8B4-B8F7-2C5AC908E782}"/>
                </a:ext>
              </a:extLst>
            </p:cNvPr>
            <p:cNvSpPr txBox="1"/>
            <p:nvPr/>
          </p:nvSpPr>
          <p:spPr>
            <a:xfrm>
              <a:off x="9092861" y="2833554"/>
              <a:ext cx="604653" cy="5465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anchor="ctr">
              <a:spAutoFit/>
            </a:bodyPr>
            <a:lstStyle>
              <a:lvl1pPr defTabSz="355600">
                <a:spcBef>
                  <a:spcPts val="4700"/>
                </a:spcBef>
                <a:defRPr sz="6000">
                  <a:solidFill>
                    <a:srgbClr val="53585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r>
                <a:rPr sz="30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5" name="-">
              <a:extLst>
                <a:ext uri="{FF2B5EF4-FFF2-40B4-BE49-F238E27FC236}">
                  <a16:creationId xmlns:a16="http://schemas.microsoft.com/office/drawing/2014/main" id="{6A4E18F4-5722-AE30-6F98-F416647A5150}"/>
                </a:ext>
              </a:extLst>
            </p:cNvPr>
            <p:cNvSpPr txBox="1"/>
            <p:nvPr/>
          </p:nvSpPr>
          <p:spPr>
            <a:xfrm>
              <a:off x="11484073" y="2845165"/>
              <a:ext cx="72748" cy="5465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anchor="ctr">
              <a:spAutoFit/>
            </a:bodyPr>
            <a:lstStyle>
              <a:lvl1pPr defTabSz="355600">
                <a:spcBef>
                  <a:spcPts val="4700"/>
                </a:spcBef>
                <a:defRPr sz="6000">
                  <a:solidFill>
                    <a:srgbClr val="53585F"/>
                  </a:solidFill>
                  <a:latin typeface="Graphik Light"/>
                  <a:ea typeface="Graphik Light"/>
                  <a:cs typeface="Graphik Light"/>
                  <a:sym typeface="Graphik Light"/>
                </a:defRPr>
              </a:lvl1pPr>
            </a:lstStyle>
            <a:p>
              <a:r>
                <a:rPr sz="3000" dirty="0">
                  <a:solidFill>
                    <a:schemeClr val="tx1"/>
                  </a:solidFill>
                </a:rPr>
                <a:t>-</a:t>
              </a:r>
            </a:p>
          </p:txBody>
        </p:sp>
      </p:grpSp>
      <p:grpSp>
        <p:nvGrpSpPr>
          <p:cNvPr id="204" name="Agrupar"/>
          <p:cNvGrpSpPr/>
          <p:nvPr/>
        </p:nvGrpSpPr>
        <p:grpSpPr>
          <a:xfrm>
            <a:off x="8103240" y="4083902"/>
            <a:ext cx="3948490" cy="213517"/>
            <a:chOff x="-2819131" y="-3765669"/>
            <a:chExt cx="7896977" cy="427034"/>
          </a:xfrm>
        </p:grpSpPr>
        <p:sp>
          <p:nvSpPr>
            <p:cNvPr id="200" name="TextBox 173"/>
            <p:cNvSpPr txBox="1"/>
            <p:nvPr/>
          </p:nvSpPr>
          <p:spPr>
            <a:xfrm>
              <a:off x="-2819131" y="-3749003"/>
              <a:ext cx="3489121" cy="4103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defTabSz="355600">
                <a:spcBef>
                  <a:spcPts val="4700"/>
                </a:spcBef>
                <a:defRPr sz="2000">
                  <a:solidFill>
                    <a:srgbClr val="53585F"/>
                  </a:solidFill>
                  <a:latin typeface="Graphik Medium"/>
                  <a:ea typeface="Graphik Medium"/>
                  <a:cs typeface="Graphik Medium"/>
                  <a:sym typeface="Graphik Medium"/>
                </a:defRPr>
              </a:lvl1pPr>
            </a:lstStyle>
            <a:p>
              <a:r>
                <a:rPr sz="1000" dirty="0">
                  <a:latin typeface="Arial" panose="020B0604020202020204" pitchFamily="34" charset="0"/>
                  <a:cs typeface="Arial" panose="020B0604020202020204" pitchFamily="34" charset="0"/>
                </a:rPr>
                <a:t>Positive outcome/benefit</a:t>
              </a:r>
            </a:p>
          </p:txBody>
        </p:sp>
        <p:sp>
          <p:nvSpPr>
            <p:cNvPr id="201" name="TextBox 174"/>
            <p:cNvSpPr txBox="1"/>
            <p:nvPr/>
          </p:nvSpPr>
          <p:spPr>
            <a:xfrm>
              <a:off x="1588725" y="-3765669"/>
              <a:ext cx="3489121" cy="4103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25400" tIns="25400" rIns="25400" bIns="25400" numCol="1" anchor="ctr">
              <a:spAutoFit/>
            </a:bodyPr>
            <a:lstStyle>
              <a:lvl1pPr defTabSz="355600">
                <a:spcBef>
                  <a:spcPts val="4700"/>
                </a:spcBef>
                <a:defRPr sz="2000">
                  <a:solidFill>
                    <a:srgbClr val="53585F"/>
                  </a:solidFill>
                  <a:latin typeface="Graphik Medium"/>
                  <a:ea typeface="Graphik Medium"/>
                  <a:cs typeface="Graphik Medium"/>
                  <a:sym typeface="Graphik Medium"/>
                </a:defRPr>
              </a:lvl1pPr>
            </a:lstStyle>
            <a:p>
              <a:r>
                <a:rPr sz="1000" dirty="0">
                  <a:latin typeface="Arial" panose="020B0604020202020204" pitchFamily="34" charset="0"/>
                  <a:cs typeface="Arial" panose="020B0604020202020204" pitchFamily="34" charset="0"/>
                </a:rPr>
                <a:t>Negative outcome/cost</a:t>
              </a:r>
            </a:p>
          </p:txBody>
        </p:sp>
      </p:grpSp>
      <p:cxnSp>
        <p:nvCxnSpPr>
          <p:cNvPr id="205" name="Linha de Conexão"/>
          <p:cNvCxnSpPr>
            <a:cxnSpLocks/>
          </p:cNvCxnSpPr>
          <p:nvPr/>
        </p:nvCxnSpPr>
        <p:spPr>
          <a:xfrm flipH="1">
            <a:off x="6036680" y="2408153"/>
            <a:ext cx="1060450" cy="1117600"/>
          </a:xfrm>
          <a:prstGeom prst="bentConnector4">
            <a:avLst>
              <a:gd name="adj1" fmla="val 77844"/>
              <a:gd name="adj2" fmla="val 32386"/>
            </a:avLst>
          </a:prstGeom>
          <a:ln w="57150" cap="rnd">
            <a:solidFill>
              <a:srgbClr val="A7B8C6"/>
            </a:solidFill>
            <a:prstDash val="dash"/>
            <a:miter lim="400000"/>
            <a:headEnd type="triangle"/>
          </a:ln>
        </p:spPr>
      </p:cxnSp>
      <p:pic>
        <p:nvPicPr>
          <p:cNvPr id="251" name="Linha de Conexão" descr="Linha de Conexão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4868538" y="4949929"/>
            <a:ext cx="2678438" cy="1162050"/>
          </a:xfrm>
          <a:prstGeom prst="rect">
            <a:avLst/>
          </a:prstGeom>
        </p:spPr>
      </p:pic>
      <p:grpSp>
        <p:nvGrpSpPr>
          <p:cNvPr id="210" name="Agrupar"/>
          <p:cNvGrpSpPr/>
          <p:nvPr/>
        </p:nvGrpSpPr>
        <p:grpSpPr>
          <a:xfrm>
            <a:off x="5547042" y="3855126"/>
            <a:ext cx="509076" cy="457877"/>
            <a:chOff x="-131" y="-2"/>
            <a:chExt cx="1018151" cy="915753"/>
          </a:xfrm>
        </p:grpSpPr>
        <p:pic>
          <p:nvPicPr>
            <p:cNvPr id="207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7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-75077" y="74941"/>
              <a:ext cx="429247" cy="279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  <p:pic>
          <p:nvPicPr>
            <p:cNvPr id="208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7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663718" y="74941"/>
              <a:ext cx="429246" cy="279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  <p:pic>
          <p:nvPicPr>
            <p:cNvPr id="209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7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267323" y="561449"/>
              <a:ext cx="429247" cy="279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</p:grpSp>
      <p:grpSp>
        <p:nvGrpSpPr>
          <p:cNvPr id="217" name="Agrupar"/>
          <p:cNvGrpSpPr/>
          <p:nvPr/>
        </p:nvGrpSpPr>
        <p:grpSpPr>
          <a:xfrm>
            <a:off x="3477389" y="3864773"/>
            <a:ext cx="531406" cy="449471"/>
            <a:chOff x="-131" y="-2"/>
            <a:chExt cx="1062810" cy="898940"/>
          </a:xfrm>
        </p:grpSpPr>
        <p:pic>
          <p:nvPicPr>
            <p:cNvPr id="211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8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-75077" y="74941"/>
              <a:ext cx="429247" cy="279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  <p:pic>
          <p:nvPicPr>
            <p:cNvPr id="212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8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708377" y="74941"/>
              <a:ext cx="429247" cy="279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  <p:pic>
          <p:nvPicPr>
            <p:cNvPr id="213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8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316650" y="74941"/>
              <a:ext cx="429247" cy="279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  <p:pic>
          <p:nvPicPr>
            <p:cNvPr id="214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8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-75076" y="544636"/>
              <a:ext cx="429246" cy="279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  <p:pic>
          <p:nvPicPr>
            <p:cNvPr id="215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8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708377" y="544636"/>
              <a:ext cx="429247" cy="279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  <p:pic>
          <p:nvPicPr>
            <p:cNvPr id="216" name="pngtree-cashew-nuts-png-image_4642643.png.jpeg" descr="pngtree-cashew-nuts-png-image_4642643.png.jpeg"/>
            <p:cNvPicPr>
              <a:picLocks noChangeAspect="1"/>
            </p:cNvPicPr>
            <p:nvPr/>
          </p:nvPicPr>
          <p:blipFill>
            <a:blip r:embed="rId18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rcRect l="11503" t="24807" r="11123" b="24837"/>
            <a:stretch>
              <a:fillRect/>
            </a:stretch>
          </p:blipFill>
          <p:spPr>
            <a:xfrm rot="5400000">
              <a:off x="316650" y="544636"/>
              <a:ext cx="429247" cy="279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5" h="21484" extrusionOk="0">
                  <a:moveTo>
                    <a:pt x="3412" y="7"/>
                  </a:moveTo>
                  <a:cubicBezTo>
                    <a:pt x="2475" y="-57"/>
                    <a:pt x="1854" y="289"/>
                    <a:pt x="1177" y="1198"/>
                  </a:cubicBezTo>
                  <a:cubicBezTo>
                    <a:pt x="974" y="1471"/>
                    <a:pt x="849" y="1595"/>
                    <a:pt x="778" y="1625"/>
                  </a:cubicBezTo>
                  <a:cubicBezTo>
                    <a:pt x="702" y="1764"/>
                    <a:pt x="647" y="1909"/>
                    <a:pt x="579" y="2052"/>
                  </a:cubicBezTo>
                  <a:cubicBezTo>
                    <a:pt x="524" y="2332"/>
                    <a:pt x="428" y="2641"/>
                    <a:pt x="320" y="2937"/>
                  </a:cubicBezTo>
                  <a:cubicBezTo>
                    <a:pt x="105" y="3521"/>
                    <a:pt x="5" y="4177"/>
                    <a:pt x="0" y="4982"/>
                  </a:cubicBezTo>
                  <a:cubicBezTo>
                    <a:pt x="-4" y="5788"/>
                    <a:pt x="94" y="6733"/>
                    <a:pt x="300" y="7943"/>
                  </a:cubicBezTo>
                  <a:cubicBezTo>
                    <a:pt x="855" y="11208"/>
                    <a:pt x="1460" y="13110"/>
                    <a:pt x="2673" y="15360"/>
                  </a:cubicBezTo>
                  <a:cubicBezTo>
                    <a:pt x="2806" y="15606"/>
                    <a:pt x="2914" y="15819"/>
                    <a:pt x="2993" y="16000"/>
                  </a:cubicBezTo>
                  <a:cubicBezTo>
                    <a:pt x="2995" y="16004"/>
                    <a:pt x="3010" y="16028"/>
                    <a:pt x="3013" y="16031"/>
                  </a:cubicBezTo>
                  <a:cubicBezTo>
                    <a:pt x="3149" y="16245"/>
                    <a:pt x="3260" y="16415"/>
                    <a:pt x="3392" y="16611"/>
                  </a:cubicBezTo>
                  <a:cubicBezTo>
                    <a:pt x="3594" y="16782"/>
                    <a:pt x="3954" y="17163"/>
                    <a:pt x="4369" y="17679"/>
                  </a:cubicBezTo>
                  <a:cubicBezTo>
                    <a:pt x="4902" y="18342"/>
                    <a:pt x="5651" y="19150"/>
                    <a:pt x="6045" y="19480"/>
                  </a:cubicBezTo>
                  <a:cubicBezTo>
                    <a:pt x="7005" y="20284"/>
                    <a:pt x="8674" y="21160"/>
                    <a:pt x="9556" y="21311"/>
                  </a:cubicBezTo>
                  <a:cubicBezTo>
                    <a:pt x="10903" y="21543"/>
                    <a:pt x="11056" y="21539"/>
                    <a:pt x="12488" y="21311"/>
                  </a:cubicBezTo>
                  <a:cubicBezTo>
                    <a:pt x="14230" y="21034"/>
                    <a:pt x="15034" y="20639"/>
                    <a:pt x="17056" y="19053"/>
                  </a:cubicBezTo>
                  <a:cubicBezTo>
                    <a:pt x="19778" y="16918"/>
                    <a:pt x="21293" y="14099"/>
                    <a:pt x="21524" y="10781"/>
                  </a:cubicBezTo>
                  <a:cubicBezTo>
                    <a:pt x="21579" y="9998"/>
                    <a:pt x="21596" y="9347"/>
                    <a:pt x="21544" y="9347"/>
                  </a:cubicBezTo>
                  <a:cubicBezTo>
                    <a:pt x="21493" y="9347"/>
                    <a:pt x="21420" y="8848"/>
                    <a:pt x="21385" y="8218"/>
                  </a:cubicBezTo>
                  <a:cubicBezTo>
                    <a:pt x="21271" y="6195"/>
                    <a:pt x="21163" y="5606"/>
                    <a:pt x="20766" y="4708"/>
                  </a:cubicBezTo>
                  <a:cubicBezTo>
                    <a:pt x="20553" y="4224"/>
                    <a:pt x="20387" y="3644"/>
                    <a:pt x="20387" y="3456"/>
                  </a:cubicBezTo>
                  <a:cubicBezTo>
                    <a:pt x="20387" y="3228"/>
                    <a:pt x="20304" y="3163"/>
                    <a:pt x="20168" y="3243"/>
                  </a:cubicBezTo>
                  <a:cubicBezTo>
                    <a:pt x="20019" y="3330"/>
                    <a:pt x="19978" y="3283"/>
                    <a:pt x="20028" y="3029"/>
                  </a:cubicBezTo>
                  <a:cubicBezTo>
                    <a:pt x="20067" y="2833"/>
                    <a:pt x="20040" y="2629"/>
                    <a:pt x="19968" y="2449"/>
                  </a:cubicBezTo>
                  <a:cubicBezTo>
                    <a:pt x="19869" y="2311"/>
                    <a:pt x="19703" y="2125"/>
                    <a:pt x="19490" y="1930"/>
                  </a:cubicBezTo>
                  <a:cubicBezTo>
                    <a:pt x="19443" y="1912"/>
                    <a:pt x="19400" y="1906"/>
                    <a:pt x="19350" y="1900"/>
                  </a:cubicBezTo>
                  <a:cubicBezTo>
                    <a:pt x="19133" y="1874"/>
                    <a:pt x="18884" y="1737"/>
                    <a:pt x="18792" y="1625"/>
                  </a:cubicBezTo>
                  <a:cubicBezTo>
                    <a:pt x="18526" y="1302"/>
                    <a:pt x="17639" y="925"/>
                    <a:pt x="17435" y="1045"/>
                  </a:cubicBezTo>
                  <a:cubicBezTo>
                    <a:pt x="17333" y="1105"/>
                    <a:pt x="17218" y="1089"/>
                    <a:pt x="17176" y="984"/>
                  </a:cubicBezTo>
                  <a:cubicBezTo>
                    <a:pt x="17133" y="879"/>
                    <a:pt x="16730" y="770"/>
                    <a:pt x="16278" y="770"/>
                  </a:cubicBezTo>
                  <a:lnTo>
                    <a:pt x="15520" y="770"/>
                  </a:lnTo>
                  <a:cubicBezTo>
                    <a:pt x="15481" y="797"/>
                    <a:pt x="15459" y="832"/>
                    <a:pt x="15420" y="862"/>
                  </a:cubicBezTo>
                  <a:lnTo>
                    <a:pt x="14423" y="2510"/>
                  </a:lnTo>
                  <a:cubicBezTo>
                    <a:pt x="13852" y="3470"/>
                    <a:pt x="13240" y="4538"/>
                    <a:pt x="13066" y="4860"/>
                  </a:cubicBezTo>
                  <a:cubicBezTo>
                    <a:pt x="12892" y="5183"/>
                    <a:pt x="12631" y="5611"/>
                    <a:pt x="12468" y="5837"/>
                  </a:cubicBezTo>
                  <a:cubicBezTo>
                    <a:pt x="12305" y="6063"/>
                    <a:pt x="12007" y="6496"/>
                    <a:pt x="11810" y="6783"/>
                  </a:cubicBezTo>
                  <a:cubicBezTo>
                    <a:pt x="11183" y="7692"/>
                    <a:pt x="9860" y="8570"/>
                    <a:pt x="8678" y="8859"/>
                  </a:cubicBezTo>
                  <a:cubicBezTo>
                    <a:pt x="8142" y="8989"/>
                    <a:pt x="8090" y="8944"/>
                    <a:pt x="7601" y="8157"/>
                  </a:cubicBezTo>
                  <a:cubicBezTo>
                    <a:pt x="7151" y="7433"/>
                    <a:pt x="7082" y="7215"/>
                    <a:pt x="7082" y="6386"/>
                  </a:cubicBezTo>
                  <a:cubicBezTo>
                    <a:pt x="7082" y="5379"/>
                    <a:pt x="6751" y="4185"/>
                    <a:pt x="6304" y="3548"/>
                  </a:cubicBezTo>
                  <a:cubicBezTo>
                    <a:pt x="6158" y="3340"/>
                    <a:pt x="6045" y="3073"/>
                    <a:pt x="6045" y="2968"/>
                  </a:cubicBezTo>
                  <a:cubicBezTo>
                    <a:pt x="6045" y="2881"/>
                    <a:pt x="6037" y="2779"/>
                    <a:pt x="6025" y="2693"/>
                  </a:cubicBezTo>
                  <a:cubicBezTo>
                    <a:pt x="5977" y="2591"/>
                    <a:pt x="5915" y="2490"/>
                    <a:pt x="5865" y="2388"/>
                  </a:cubicBezTo>
                  <a:cubicBezTo>
                    <a:pt x="5568" y="1908"/>
                    <a:pt x="4798" y="927"/>
                    <a:pt x="4529" y="740"/>
                  </a:cubicBezTo>
                  <a:cubicBezTo>
                    <a:pt x="4367" y="627"/>
                    <a:pt x="4236" y="435"/>
                    <a:pt x="4229" y="313"/>
                  </a:cubicBezTo>
                  <a:cubicBezTo>
                    <a:pt x="4192" y="280"/>
                    <a:pt x="4139" y="212"/>
                    <a:pt x="4110" y="190"/>
                  </a:cubicBezTo>
                  <a:cubicBezTo>
                    <a:pt x="4067" y="159"/>
                    <a:pt x="4015" y="156"/>
                    <a:pt x="3970" y="129"/>
                  </a:cubicBezTo>
                  <a:cubicBezTo>
                    <a:pt x="3829" y="84"/>
                    <a:pt x="3644" y="23"/>
                    <a:pt x="3412" y="7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>
              <a:outerShdw blurRad="190500" dist="12700" dir="5400000" rotWithShape="0">
                <a:srgbClr val="000000"/>
              </a:outerShdw>
            </a:effectLst>
          </p:spPr>
        </p:pic>
      </p:grpSp>
      <p:cxnSp>
        <p:nvCxnSpPr>
          <p:cNvPr id="218" name="Linha de Conexão"/>
          <p:cNvCxnSpPr>
            <a:cxnSpLocks/>
          </p:cNvCxnSpPr>
          <p:nvPr/>
        </p:nvCxnSpPr>
        <p:spPr>
          <a:xfrm rot="10800000">
            <a:off x="5336459" y="1922528"/>
            <a:ext cx="1745290" cy="358491"/>
          </a:xfrm>
          <a:prstGeom prst="bentConnector3">
            <a:avLst>
              <a:gd name="adj1" fmla="val 50000"/>
            </a:avLst>
          </a:prstGeom>
          <a:ln w="57150" cap="rnd">
            <a:solidFill>
              <a:srgbClr val="A7B8C6"/>
            </a:solidFill>
            <a:prstDash val="sysDash"/>
            <a:miter lim="400000"/>
            <a:headEnd type="triangle"/>
          </a:ln>
        </p:spPr>
      </p:cxnSp>
      <p:sp>
        <p:nvSpPr>
          <p:cNvPr id="219" name="+"/>
          <p:cNvSpPr txBox="1"/>
          <p:nvPr/>
        </p:nvSpPr>
        <p:spPr>
          <a:xfrm>
            <a:off x="4310465" y="3404878"/>
            <a:ext cx="24365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/>
              <a:t>+</a:t>
            </a:r>
          </a:p>
        </p:txBody>
      </p:sp>
      <p:sp>
        <p:nvSpPr>
          <p:cNvPr id="220" name="+"/>
          <p:cNvSpPr txBox="1"/>
          <p:nvPr/>
        </p:nvSpPr>
        <p:spPr>
          <a:xfrm>
            <a:off x="6728045" y="3651711"/>
            <a:ext cx="24365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/>
              <a:t>+</a:t>
            </a:r>
          </a:p>
        </p:txBody>
      </p:sp>
      <p:sp>
        <p:nvSpPr>
          <p:cNvPr id="221" name="-"/>
          <p:cNvSpPr txBox="1"/>
          <p:nvPr/>
        </p:nvSpPr>
        <p:spPr>
          <a:xfrm>
            <a:off x="4982386" y="3404878"/>
            <a:ext cx="16831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/>
              <a:t>-</a:t>
            </a:r>
          </a:p>
        </p:txBody>
      </p:sp>
      <p:sp>
        <p:nvSpPr>
          <p:cNvPr id="222" name="-"/>
          <p:cNvSpPr txBox="1"/>
          <p:nvPr/>
        </p:nvSpPr>
        <p:spPr>
          <a:xfrm>
            <a:off x="1465953" y="3727712"/>
            <a:ext cx="16831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 dirty="0"/>
              <a:t>-</a:t>
            </a:r>
          </a:p>
        </p:txBody>
      </p:sp>
      <p:sp>
        <p:nvSpPr>
          <p:cNvPr id="223" name="+"/>
          <p:cNvSpPr txBox="1"/>
          <p:nvPr/>
        </p:nvSpPr>
        <p:spPr>
          <a:xfrm>
            <a:off x="4497465" y="2502839"/>
            <a:ext cx="24365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/>
              <a:t>+</a:t>
            </a:r>
          </a:p>
        </p:txBody>
      </p:sp>
      <p:sp>
        <p:nvSpPr>
          <p:cNvPr id="224" name="+"/>
          <p:cNvSpPr txBox="1"/>
          <p:nvPr/>
        </p:nvSpPr>
        <p:spPr>
          <a:xfrm>
            <a:off x="6083042" y="2655658"/>
            <a:ext cx="24365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 dirty="0"/>
              <a:t>+</a:t>
            </a:r>
          </a:p>
        </p:txBody>
      </p:sp>
      <p:sp>
        <p:nvSpPr>
          <p:cNvPr id="226" name="-"/>
          <p:cNvSpPr txBox="1"/>
          <p:nvPr/>
        </p:nvSpPr>
        <p:spPr>
          <a:xfrm>
            <a:off x="1048895" y="1784130"/>
            <a:ext cx="16831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/>
              <a:t>-</a:t>
            </a:r>
          </a:p>
        </p:txBody>
      </p:sp>
      <p:sp>
        <p:nvSpPr>
          <p:cNvPr id="227" name="+"/>
          <p:cNvSpPr txBox="1"/>
          <p:nvPr/>
        </p:nvSpPr>
        <p:spPr>
          <a:xfrm>
            <a:off x="6192384" y="925507"/>
            <a:ext cx="24365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 dirty="0"/>
              <a:t>+</a:t>
            </a:r>
          </a:p>
        </p:txBody>
      </p:sp>
      <p:sp>
        <p:nvSpPr>
          <p:cNvPr id="232" name="TextBox 15"/>
          <p:cNvSpPr txBox="1"/>
          <p:nvPr/>
        </p:nvSpPr>
        <p:spPr>
          <a:xfrm>
            <a:off x="10030515" y="6252761"/>
            <a:ext cx="1348561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ctr">
            <a:spAutoFit/>
          </a:bodyPr>
          <a:lstStyle>
            <a:lvl1pPr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>
                <a:latin typeface="Arial" panose="020B0604020202020204" pitchFamily="34" charset="0"/>
                <a:cs typeface="Arial" panose="020B0604020202020204" pitchFamily="34" charset="0"/>
              </a:rPr>
              <a:t>Zoonotic risk</a:t>
            </a:r>
          </a:p>
        </p:txBody>
      </p:sp>
      <p:pic>
        <p:nvPicPr>
          <p:cNvPr id="10" name="Picture 9" descr="A bat from a branch&#10;&#10;Description automatically generated">
            <a:extLst>
              <a:ext uri="{FF2B5EF4-FFF2-40B4-BE49-F238E27FC236}">
                <a16:creationId xmlns:a16="http://schemas.microsoft.com/office/drawing/2014/main" id="{F3B7F06D-96E1-D5DF-532B-F4736846D46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261" y="5436901"/>
            <a:ext cx="1398409" cy="978887"/>
          </a:xfrm>
          <a:prstGeom prst="rect">
            <a:avLst/>
          </a:prstGeom>
        </p:spPr>
      </p:pic>
      <p:pic>
        <p:nvPicPr>
          <p:cNvPr id="16" name="Picture 15" descr="A tree with green leaves&#10;&#10;Description automatically generated">
            <a:extLst>
              <a:ext uri="{FF2B5EF4-FFF2-40B4-BE49-F238E27FC236}">
                <a16:creationId xmlns:a16="http://schemas.microsoft.com/office/drawing/2014/main" id="{7CA68847-C346-BBB6-0867-E2778B50354F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549" y="4205151"/>
            <a:ext cx="1055069" cy="766332"/>
          </a:xfrm>
          <a:prstGeom prst="rect">
            <a:avLst/>
          </a:prstGeom>
        </p:spPr>
      </p:pic>
      <p:pic>
        <p:nvPicPr>
          <p:cNvPr id="18" name="Picture 17" descr="A cartoon of a cow&#10;&#10;Description automatically generated">
            <a:extLst>
              <a:ext uri="{FF2B5EF4-FFF2-40B4-BE49-F238E27FC236}">
                <a16:creationId xmlns:a16="http://schemas.microsoft.com/office/drawing/2014/main" id="{36EEA73E-5E5A-04DA-475F-5B127893AFB8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69313" y="1623811"/>
            <a:ext cx="1632537" cy="1142776"/>
          </a:xfrm>
          <a:prstGeom prst="rect">
            <a:avLst/>
          </a:prstGeom>
        </p:spPr>
      </p:pic>
      <p:sp>
        <p:nvSpPr>
          <p:cNvPr id="21" name="$$$">
            <a:extLst>
              <a:ext uri="{FF2B5EF4-FFF2-40B4-BE49-F238E27FC236}">
                <a16:creationId xmlns:a16="http://schemas.microsoft.com/office/drawing/2014/main" id="{DE995D9D-6EAA-3526-434C-D369DBD75BE8}"/>
              </a:ext>
            </a:extLst>
          </p:cNvPr>
          <p:cNvSpPr txBox="1"/>
          <p:nvPr/>
        </p:nvSpPr>
        <p:spPr>
          <a:xfrm>
            <a:off x="1061969" y="78809"/>
            <a:ext cx="518923" cy="35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4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2000" b="1" dirty="0"/>
              <a:t>$$$</a:t>
            </a:r>
          </a:p>
        </p:txBody>
      </p:sp>
      <p:sp>
        <p:nvSpPr>
          <p:cNvPr id="22" name="Caminhada">
            <a:extLst>
              <a:ext uri="{FF2B5EF4-FFF2-40B4-BE49-F238E27FC236}">
                <a16:creationId xmlns:a16="http://schemas.microsoft.com/office/drawing/2014/main" id="{61DC9C7E-A630-04CA-257B-86C16FB9436C}"/>
              </a:ext>
            </a:extLst>
          </p:cNvPr>
          <p:cNvSpPr/>
          <p:nvPr/>
        </p:nvSpPr>
        <p:spPr>
          <a:xfrm>
            <a:off x="7143492" y="2030165"/>
            <a:ext cx="470240" cy="739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55" h="21600" extrusionOk="0">
                <a:moveTo>
                  <a:pt x="12595" y="0"/>
                </a:moveTo>
                <a:cubicBezTo>
                  <a:pt x="11888" y="0"/>
                  <a:pt x="11182" y="175"/>
                  <a:pt x="10642" y="525"/>
                </a:cubicBezTo>
                <a:cubicBezTo>
                  <a:pt x="9564" y="1225"/>
                  <a:pt x="9564" y="2359"/>
                  <a:pt x="10642" y="3059"/>
                </a:cubicBezTo>
                <a:cubicBezTo>
                  <a:pt x="11721" y="3759"/>
                  <a:pt x="13469" y="3759"/>
                  <a:pt x="14547" y="3059"/>
                </a:cubicBezTo>
                <a:cubicBezTo>
                  <a:pt x="15626" y="2359"/>
                  <a:pt x="15626" y="1225"/>
                  <a:pt x="14547" y="525"/>
                </a:cubicBezTo>
                <a:cubicBezTo>
                  <a:pt x="14008" y="175"/>
                  <a:pt x="13302" y="0"/>
                  <a:pt x="12595" y="0"/>
                </a:cubicBezTo>
                <a:close/>
                <a:moveTo>
                  <a:pt x="10897" y="3858"/>
                </a:moveTo>
                <a:cubicBezTo>
                  <a:pt x="10134" y="3888"/>
                  <a:pt x="9610" y="4121"/>
                  <a:pt x="9610" y="4121"/>
                </a:cubicBezTo>
                <a:lnTo>
                  <a:pt x="5783" y="5439"/>
                </a:lnTo>
                <a:lnTo>
                  <a:pt x="2926" y="6234"/>
                </a:lnTo>
                <a:cubicBezTo>
                  <a:pt x="2538" y="6341"/>
                  <a:pt x="2256" y="6567"/>
                  <a:pt x="2177" y="6836"/>
                </a:cubicBezTo>
                <a:lnTo>
                  <a:pt x="1184" y="10206"/>
                </a:lnTo>
                <a:cubicBezTo>
                  <a:pt x="1052" y="10653"/>
                  <a:pt x="1504" y="11086"/>
                  <a:pt x="2192" y="11171"/>
                </a:cubicBezTo>
                <a:cubicBezTo>
                  <a:pt x="2881" y="11256"/>
                  <a:pt x="3545" y="10964"/>
                  <a:pt x="3677" y="10516"/>
                </a:cubicBezTo>
                <a:lnTo>
                  <a:pt x="4545" y="7575"/>
                </a:lnTo>
                <a:lnTo>
                  <a:pt x="7179" y="6843"/>
                </a:lnTo>
                <a:lnTo>
                  <a:pt x="5674" y="11097"/>
                </a:lnTo>
                <a:cubicBezTo>
                  <a:pt x="5594" y="11209"/>
                  <a:pt x="5538" y="11331"/>
                  <a:pt x="5513" y="11460"/>
                </a:cubicBezTo>
                <a:lnTo>
                  <a:pt x="4779" y="15196"/>
                </a:lnTo>
                <a:lnTo>
                  <a:pt x="305" y="19693"/>
                </a:lnTo>
                <a:cubicBezTo>
                  <a:pt x="-266" y="20267"/>
                  <a:pt x="-12" y="21032"/>
                  <a:pt x="872" y="21403"/>
                </a:cubicBezTo>
                <a:cubicBezTo>
                  <a:pt x="1191" y="21536"/>
                  <a:pt x="1547" y="21600"/>
                  <a:pt x="1901" y="21600"/>
                </a:cubicBezTo>
                <a:cubicBezTo>
                  <a:pt x="2526" y="21600"/>
                  <a:pt x="3141" y="21401"/>
                  <a:pt x="3505" y="21035"/>
                </a:cubicBezTo>
                <a:lnTo>
                  <a:pt x="8214" y="16301"/>
                </a:lnTo>
                <a:cubicBezTo>
                  <a:pt x="8368" y="16146"/>
                  <a:pt x="8466" y="15970"/>
                  <a:pt x="8502" y="15787"/>
                </a:cubicBezTo>
                <a:lnTo>
                  <a:pt x="9108" y="12709"/>
                </a:lnTo>
                <a:lnTo>
                  <a:pt x="14079" y="16306"/>
                </a:lnTo>
                <a:lnTo>
                  <a:pt x="15307" y="20589"/>
                </a:lnTo>
                <a:cubicBezTo>
                  <a:pt x="15477" y="21184"/>
                  <a:pt x="16276" y="21600"/>
                  <a:pt x="17176" y="21600"/>
                </a:cubicBezTo>
                <a:cubicBezTo>
                  <a:pt x="17292" y="21600"/>
                  <a:pt x="17409" y="21592"/>
                  <a:pt x="17527" y="21578"/>
                </a:cubicBezTo>
                <a:cubicBezTo>
                  <a:pt x="18561" y="21453"/>
                  <a:pt x="19243" y="20808"/>
                  <a:pt x="19051" y="20137"/>
                </a:cubicBezTo>
                <a:lnTo>
                  <a:pt x="17727" y="15513"/>
                </a:lnTo>
                <a:cubicBezTo>
                  <a:pt x="17663" y="15290"/>
                  <a:pt x="17506" y="15081"/>
                  <a:pt x="17272" y="14912"/>
                </a:cubicBezTo>
                <a:lnTo>
                  <a:pt x="12070" y="11149"/>
                </a:lnTo>
                <a:lnTo>
                  <a:pt x="13099" y="8066"/>
                </a:lnTo>
                <a:lnTo>
                  <a:pt x="14261" y="9345"/>
                </a:lnTo>
                <a:cubicBezTo>
                  <a:pt x="14388" y="9485"/>
                  <a:pt x="14576" y="9597"/>
                  <a:pt x="14800" y="9668"/>
                </a:cubicBezTo>
                <a:lnTo>
                  <a:pt x="19329" y="11102"/>
                </a:lnTo>
                <a:cubicBezTo>
                  <a:pt x="19508" y="11159"/>
                  <a:pt x="19698" y="11185"/>
                  <a:pt x="19885" y="11185"/>
                </a:cubicBezTo>
                <a:cubicBezTo>
                  <a:pt x="20356" y="11185"/>
                  <a:pt x="20806" y="11015"/>
                  <a:pt x="21027" y="10722"/>
                </a:cubicBezTo>
                <a:cubicBezTo>
                  <a:pt x="21334" y="10313"/>
                  <a:pt x="21072" y="9820"/>
                  <a:pt x="20442" y="9620"/>
                </a:cubicBezTo>
                <a:lnTo>
                  <a:pt x="16256" y="8294"/>
                </a:lnTo>
                <a:lnTo>
                  <a:pt x="14441" y="6296"/>
                </a:lnTo>
                <a:lnTo>
                  <a:pt x="13294" y="4732"/>
                </a:lnTo>
                <a:cubicBezTo>
                  <a:pt x="12990" y="4278"/>
                  <a:pt x="12391" y="4063"/>
                  <a:pt x="12007" y="3967"/>
                </a:cubicBezTo>
                <a:cubicBezTo>
                  <a:pt x="11975" y="3959"/>
                  <a:pt x="11942" y="3950"/>
                  <a:pt x="11908" y="3944"/>
                </a:cubicBezTo>
                <a:cubicBezTo>
                  <a:pt x="11757" y="3910"/>
                  <a:pt x="11656" y="3898"/>
                  <a:pt x="11656" y="3898"/>
                </a:cubicBezTo>
                <a:cubicBezTo>
                  <a:pt x="11512" y="3876"/>
                  <a:pt x="11372" y="3864"/>
                  <a:pt x="11238" y="3858"/>
                </a:cubicBezTo>
                <a:cubicBezTo>
                  <a:pt x="11120" y="3852"/>
                  <a:pt x="11006" y="3853"/>
                  <a:pt x="10897" y="385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  <a:endParaRPr sz="1600"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1E272AE4-69E5-8A21-4FCE-729AD30CE3B8}"/>
              </a:ext>
            </a:extLst>
          </p:cNvPr>
          <p:cNvSpPr txBox="1"/>
          <p:nvPr/>
        </p:nvSpPr>
        <p:spPr>
          <a:xfrm>
            <a:off x="5402753" y="3300062"/>
            <a:ext cx="696323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 dirty="0"/>
              <a:t>Scattered seed dispersal</a:t>
            </a: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980F9839-8EE7-8F1F-9454-679E82AB0D0B}"/>
              </a:ext>
            </a:extLst>
          </p:cNvPr>
          <p:cNvSpPr txBox="1"/>
          <p:nvPr/>
        </p:nvSpPr>
        <p:spPr>
          <a:xfrm>
            <a:off x="3405277" y="3246163"/>
            <a:ext cx="648224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 dirty="0"/>
              <a:t>Clumped seed dispersal</a:t>
            </a:r>
          </a:p>
        </p:txBody>
      </p:sp>
      <p:sp>
        <p:nvSpPr>
          <p:cNvPr id="28" name="Cesta de Mercado">
            <a:extLst>
              <a:ext uri="{FF2B5EF4-FFF2-40B4-BE49-F238E27FC236}">
                <a16:creationId xmlns:a16="http://schemas.microsoft.com/office/drawing/2014/main" id="{3475DEF9-D5D6-B02D-7E82-75695B683ECD}"/>
              </a:ext>
            </a:extLst>
          </p:cNvPr>
          <p:cNvSpPr/>
          <p:nvPr/>
        </p:nvSpPr>
        <p:spPr>
          <a:xfrm>
            <a:off x="4805334" y="1629840"/>
            <a:ext cx="542572" cy="4206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6" y="0"/>
                </a:moveTo>
                <a:cubicBezTo>
                  <a:pt x="9869" y="0"/>
                  <a:pt x="9626" y="267"/>
                  <a:pt x="9626" y="596"/>
                </a:cubicBezTo>
                <a:lnTo>
                  <a:pt x="9626" y="7384"/>
                </a:lnTo>
                <a:lnTo>
                  <a:pt x="451" y="7384"/>
                </a:lnTo>
                <a:lnTo>
                  <a:pt x="451" y="7395"/>
                </a:lnTo>
                <a:cubicBezTo>
                  <a:pt x="198" y="7444"/>
                  <a:pt x="0" y="7689"/>
                  <a:pt x="0" y="7988"/>
                </a:cubicBezTo>
                <a:lnTo>
                  <a:pt x="0" y="9284"/>
                </a:lnTo>
                <a:cubicBezTo>
                  <a:pt x="0" y="9613"/>
                  <a:pt x="243" y="9882"/>
                  <a:pt x="541" y="9882"/>
                </a:cubicBezTo>
                <a:lnTo>
                  <a:pt x="1388" y="9882"/>
                </a:lnTo>
                <a:lnTo>
                  <a:pt x="3995" y="21600"/>
                </a:lnTo>
                <a:lnTo>
                  <a:pt x="17605" y="21600"/>
                </a:lnTo>
                <a:lnTo>
                  <a:pt x="20212" y="9882"/>
                </a:lnTo>
                <a:lnTo>
                  <a:pt x="21059" y="9882"/>
                </a:lnTo>
                <a:cubicBezTo>
                  <a:pt x="21357" y="9882"/>
                  <a:pt x="21600" y="9613"/>
                  <a:pt x="21600" y="9284"/>
                </a:cubicBezTo>
                <a:lnTo>
                  <a:pt x="21600" y="7988"/>
                </a:lnTo>
                <a:cubicBezTo>
                  <a:pt x="21600" y="7695"/>
                  <a:pt x="21402" y="7444"/>
                  <a:pt x="21149" y="7395"/>
                </a:cubicBezTo>
                <a:lnTo>
                  <a:pt x="21149" y="7384"/>
                </a:lnTo>
                <a:lnTo>
                  <a:pt x="11980" y="7384"/>
                </a:lnTo>
                <a:lnTo>
                  <a:pt x="11980" y="596"/>
                </a:lnTo>
                <a:cubicBezTo>
                  <a:pt x="11980" y="267"/>
                  <a:pt x="11736" y="0"/>
                  <a:pt x="11439" y="0"/>
                </a:cubicBezTo>
                <a:lnTo>
                  <a:pt x="10166" y="0"/>
                </a:lnTo>
                <a:close/>
                <a:moveTo>
                  <a:pt x="5836" y="11649"/>
                </a:moveTo>
                <a:lnTo>
                  <a:pt x="7118" y="11649"/>
                </a:lnTo>
                <a:lnTo>
                  <a:pt x="7118" y="19199"/>
                </a:lnTo>
                <a:lnTo>
                  <a:pt x="5836" y="19199"/>
                </a:lnTo>
                <a:lnTo>
                  <a:pt x="5836" y="11649"/>
                </a:lnTo>
                <a:close/>
                <a:moveTo>
                  <a:pt x="8716" y="11649"/>
                </a:moveTo>
                <a:lnTo>
                  <a:pt x="10001" y="11649"/>
                </a:lnTo>
                <a:lnTo>
                  <a:pt x="10001" y="19199"/>
                </a:lnTo>
                <a:lnTo>
                  <a:pt x="8716" y="19199"/>
                </a:lnTo>
                <a:lnTo>
                  <a:pt x="8716" y="11649"/>
                </a:lnTo>
                <a:close/>
                <a:moveTo>
                  <a:pt x="11604" y="11649"/>
                </a:moveTo>
                <a:lnTo>
                  <a:pt x="12889" y="11649"/>
                </a:lnTo>
                <a:lnTo>
                  <a:pt x="12889" y="19199"/>
                </a:lnTo>
                <a:lnTo>
                  <a:pt x="11604" y="19199"/>
                </a:lnTo>
                <a:lnTo>
                  <a:pt x="11604" y="11649"/>
                </a:lnTo>
                <a:close/>
                <a:moveTo>
                  <a:pt x="14482" y="11649"/>
                </a:moveTo>
                <a:lnTo>
                  <a:pt x="15764" y="11649"/>
                </a:lnTo>
                <a:lnTo>
                  <a:pt x="15764" y="19199"/>
                </a:lnTo>
                <a:lnTo>
                  <a:pt x="14482" y="19199"/>
                </a:lnTo>
                <a:lnTo>
                  <a:pt x="14482" y="11649"/>
                </a:ln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  <a:endParaRPr sz="1600"/>
          </a:p>
        </p:txBody>
      </p:sp>
      <p:sp>
        <p:nvSpPr>
          <p:cNvPr id="29" name="Carrinho de Compras">
            <a:extLst>
              <a:ext uri="{FF2B5EF4-FFF2-40B4-BE49-F238E27FC236}">
                <a16:creationId xmlns:a16="http://schemas.microsoft.com/office/drawing/2014/main" id="{100A6CC7-71F7-9B66-EF36-49DA0CAA4416}"/>
              </a:ext>
            </a:extLst>
          </p:cNvPr>
          <p:cNvSpPr/>
          <p:nvPr/>
        </p:nvSpPr>
        <p:spPr>
          <a:xfrm>
            <a:off x="3352120" y="280629"/>
            <a:ext cx="342340" cy="2579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4" h="21600" extrusionOk="0">
                <a:moveTo>
                  <a:pt x="767" y="0"/>
                </a:moveTo>
                <a:cubicBezTo>
                  <a:pt x="584" y="0"/>
                  <a:pt x="413" y="68"/>
                  <a:pt x="272" y="198"/>
                </a:cubicBezTo>
                <a:cubicBezTo>
                  <a:pt x="111" y="346"/>
                  <a:pt x="15" y="554"/>
                  <a:pt x="1" y="784"/>
                </a:cubicBezTo>
                <a:cubicBezTo>
                  <a:pt x="-26" y="1237"/>
                  <a:pt x="278" y="1628"/>
                  <a:pt x="693" y="1674"/>
                </a:cubicBezTo>
                <a:lnTo>
                  <a:pt x="3399" y="1971"/>
                </a:lnTo>
                <a:lnTo>
                  <a:pt x="6448" y="12924"/>
                </a:lnTo>
                <a:lnTo>
                  <a:pt x="4970" y="17349"/>
                </a:lnTo>
                <a:lnTo>
                  <a:pt x="4442" y="17349"/>
                </a:lnTo>
                <a:cubicBezTo>
                  <a:pt x="4270" y="17349"/>
                  <a:pt x="4130" y="17499"/>
                  <a:pt x="4130" y="17686"/>
                </a:cubicBezTo>
                <a:lnTo>
                  <a:pt x="4130" y="18243"/>
                </a:lnTo>
                <a:cubicBezTo>
                  <a:pt x="4125" y="18243"/>
                  <a:pt x="4120" y="18243"/>
                  <a:pt x="4115" y="18243"/>
                </a:cubicBezTo>
                <a:cubicBezTo>
                  <a:pt x="3270" y="18243"/>
                  <a:pt x="2583" y="18991"/>
                  <a:pt x="2583" y="19909"/>
                </a:cubicBezTo>
                <a:cubicBezTo>
                  <a:pt x="2583" y="20827"/>
                  <a:pt x="3270" y="21574"/>
                  <a:pt x="4115" y="21574"/>
                </a:cubicBezTo>
                <a:cubicBezTo>
                  <a:pt x="4959" y="21574"/>
                  <a:pt x="5646" y="20827"/>
                  <a:pt x="5646" y="19909"/>
                </a:cubicBezTo>
                <a:cubicBezTo>
                  <a:pt x="5646" y="19672"/>
                  <a:pt x="5601" y="19444"/>
                  <a:pt x="5512" y="19230"/>
                </a:cubicBezTo>
                <a:lnTo>
                  <a:pt x="5679" y="19094"/>
                </a:lnTo>
                <a:lnTo>
                  <a:pt x="5679" y="18026"/>
                </a:lnTo>
                <a:lnTo>
                  <a:pt x="18462" y="18026"/>
                </a:lnTo>
                <a:lnTo>
                  <a:pt x="18462" y="19094"/>
                </a:lnTo>
                <a:lnTo>
                  <a:pt x="18647" y="19247"/>
                </a:lnTo>
                <a:cubicBezTo>
                  <a:pt x="18556" y="19464"/>
                  <a:pt x="18510" y="19695"/>
                  <a:pt x="18510" y="19935"/>
                </a:cubicBezTo>
                <a:cubicBezTo>
                  <a:pt x="18510" y="20853"/>
                  <a:pt x="19198" y="21600"/>
                  <a:pt x="20043" y="21600"/>
                </a:cubicBezTo>
                <a:cubicBezTo>
                  <a:pt x="20887" y="21600"/>
                  <a:pt x="21574" y="20852"/>
                  <a:pt x="21574" y="19933"/>
                </a:cubicBezTo>
                <a:cubicBezTo>
                  <a:pt x="21574" y="19015"/>
                  <a:pt x="20887" y="18269"/>
                  <a:pt x="20043" y="18269"/>
                </a:cubicBezTo>
                <a:cubicBezTo>
                  <a:pt x="20036" y="18269"/>
                  <a:pt x="20029" y="18269"/>
                  <a:pt x="20022" y="18269"/>
                </a:cubicBezTo>
                <a:lnTo>
                  <a:pt x="20022" y="17686"/>
                </a:lnTo>
                <a:cubicBezTo>
                  <a:pt x="20022" y="17499"/>
                  <a:pt x="19882" y="17349"/>
                  <a:pt x="19710" y="17349"/>
                </a:cubicBezTo>
                <a:lnTo>
                  <a:pt x="11179" y="17349"/>
                </a:lnTo>
                <a:cubicBezTo>
                  <a:pt x="10281" y="17349"/>
                  <a:pt x="9550" y="16553"/>
                  <a:pt x="9550" y="15578"/>
                </a:cubicBezTo>
                <a:lnTo>
                  <a:pt x="9550" y="12821"/>
                </a:lnTo>
                <a:lnTo>
                  <a:pt x="20022" y="11026"/>
                </a:lnTo>
                <a:lnTo>
                  <a:pt x="20022" y="3120"/>
                </a:lnTo>
                <a:lnTo>
                  <a:pt x="3874" y="1342"/>
                </a:lnTo>
                <a:lnTo>
                  <a:pt x="3838" y="1207"/>
                </a:lnTo>
                <a:cubicBezTo>
                  <a:pt x="3687" y="664"/>
                  <a:pt x="3253" y="275"/>
                  <a:pt x="2734" y="215"/>
                </a:cubicBezTo>
                <a:cubicBezTo>
                  <a:pt x="2323" y="167"/>
                  <a:pt x="1374" y="63"/>
                  <a:pt x="846" y="6"/>
                </a:cubicBezTo>
                <a:cubicBezTo>
                  <a:pt x="820" y="3"/>
                  <a:pt x="793" y="0"/>
                  <a:pt x="767" y="0"/>
                </a:cubicBezTo>
                <a:close/>
                <a:moveTo>
                  <a:pt x="770" y="677"/>
                </a:moveTo>
                <a:cubicBezTo>
                  <a:pt x="775" y="677"/>
                  <a:pt x="779" y="679"/>
                  <a:pt x="784" y="679"/>
                </a:cubicBezTo>
                <a:cubicBezTo>
                  <a:pt x="1196" y="724"/>
                  <a:pt x="2351" y="852"/>
                  <a:pt x="2667" y="888"/>
                </a:cubicBezTo>
                <a:cubicBezTo>
                  <a:pt x="2890" y="914"/>
                  <a:pt x="3083" y="1055"/>
                  <a:pt x="3188" y="1265"/>
                </a:cubicBezTo>
                <a:lnTo>
                  <a:pt x="755" y="997"/>
                </a:lnTo>
                <a:cubicBezTo>
                  <a:pt x="674" y="988"/>
                  <a:pt x="616" y="909"/>
                  <a:pt x="624" y="821"/>
                </a:cubicBezTo>
                <a:cubicBezTo>
                  <a:pt x="632" y="739"/>
                  <a:pt x="695" y="677"/>
                  <a:pt x="770" y="677"/>
                </a:cubicBezTo>
                <a:close/>
                <a:moveTo>
                  <a:pt x="4070" y="2045"/>
                </a:moveTo>
                <a:lnTo>
                  <a:pt x="5402" y="2191"/>
                </a:lnTo>
                <a:lnTo>
                  <a:pt x="6101" y="5250"/>
                </a:lnTo>
                <a:lnTo>
                  <a:pt x="4956" y="5224"/>
                </a:lnTo>
                <a:lnTo>
                  <a:pt x="4070" y="2045"/>
                </a:lnTo>
                <a:close/>
                <a:moveTo>
                  <a:pt x="5747" y="2230"/>
                </a:moveTo>
                <a:lnTo>
                  <a:pt x="7050" y="2374"/>
                </a:lnTo>
                <a:lnTo>
                  <a:pt x="7641" y="5285"/>
                </a:lnTo>
                <a:lnTo>
                  <a:pt x="6441" y="5257"/>
                </a:lnTo>
                <a:lnTo>
                  <a:pt x="5747" y="2230"/>
                </a:lnTo>
                <a:close/>
                <a:moveTo>
                  <a:pt x="7394" y="2411"/>
                </a:moveTo>
                <a:lnTo>
                  <a:pt x="8657" y="2549"/>
                </a:lnTo>
                <a:lnTo>
                  <a:pt x="9152" y="5319"/>
                </a:lnTo>
                <a:lnTo>
                  <a:pt x="7977" y="5293"/>
                </a:lnTo>
                <a:lnTo>
                  <a:pt x="7394" y="2411"/>
                </a:lnTo>
                <a:close/>
                <a:moveTo>
                  <a:pt x="8997" y="2588"/>
                </a:moveTo>
                <a:lnTo>
                  <a:pt x="10269" y="2728"/>
                </a:lnTo>
                <a:lnTo>
                  <a:pt x="10671" y="5354"/>
                </a:lnTo>
                <a:lnTo>
                  <a:pt x="9486" y="5326"/>
                </a:lnTo>
                <a:lnTo>
                  <a:pt x="8997" y="2588"/>
                </a:lnTo>
                <a:close/>
                <a:moveTo>
                  <a:pt x="10607" y="2766"/>
                </a:moveTo>
                <a:lnTo>
                  <a:pt x="11866" y="2904"/>
                </a:lnTo>
                <a:lnTo>
                  <a:pt x="12176" y="5388"/>
                </a:lnTo>
                <a:lnTo>
                  <a:pt x="11002" y="5362"/>
                </a:lnTo>
                <a:lnTo>
                  <a:pt x="10607" y="2766"/>
                </a:lnTo>
                <a:close/>
                <a:moveTo>
                  <a:pt x="12201" y="2941"/>
                </a:moveTo>
                <a:lnTo>
                  <a:pt x="13399" y="3072"/>
                </a:lnTo>
                <a:lnTo>
                  <a:pt x="13641" y="5421"/>
                </a:lnTo>
                <a:lnTo>
                  <a:pt x="12508" y="5395"/>
                </a:lnTo>
                <a:lnTo>
                  <a:pt x="12201" y="2941"/>
                </a:lnTo>
                <a:close/>
                <a:moveTo>
                  <a:pt x="13732" y="3109"/>
                </a:moveTo>
                <a:lnTo>
                  <a:pt x="15026" y="3251"/>
                </a:lnTo>
                <a:lnTo>
                  <a:pt x="15176" y="5457"/>
                </a:lnTo>
                <a:lnTo>
                  <a:pt x="13970" y="5429"/>
                </a:lnTo>
                <a:lnTo>
                  <a:pt x="13732" y="3109"/>
                </a:lnTo>
                <a:close/>
                <a:moveTo>
                  <a:pt x="15358" y="3288"/>
                </a:moveTo>
                <a:lnTo>
                  <a:pt x="16540" y="3419"/>
                </a:lnTo>
                <a:lnTo>
                  <a:pt x="16628" y="5491"/>
                </a:lnTo>
                <a:lnTo>
                  <a:pt x="15504" y="5464"/>
                </a:lnTo>
                <a:lnTo>
                  <a:pt x="15358" y="3288"/>
                </a:lnTo>
                <a:close/>
                <a:moveTo>
                  <a:pt x="16868" y="3454"/>
                </a:moveTo>
                <a:lnTo>
                  <a:pt x="18183" y="3600"/>
                </a:lnTo>
                <a:lnTo>
                  <a:pt x="18180" y="5526"/>
                </a:lnTo>
                <a:lnTo>
                  <a:pt x="16956" y="5498"/>
                </a:lnTo>
                <a:lnTo>
                  <a:pt x="16868" y="3454"/>
                </a:lnTo>
                <a:close/>
                <a:moveTo>
                  <a:pt x="18511" y="3635"/>
                </a:moveTo>
                <a:lnTo>
                  <a:pt x="19399" y="3733"/>
                </a:lnTo>
                <a:lnTo>
                  <a:pt x="19399" y="5554"/>
                </a:lnTo>
                <a:lnTo>
                  <a:pt x="18508" y="5533"/>
                </a:lnTo>
                <a:lnTo>
                  <a:pt x="18511" y="3635"/>
                </a:lnTo>
                <a:close/>
                <a:moveTo>
                  <a:pt x="5055" y="5582"/>
                </a:moveTo>
                <a:lnTo>
                  <a:pt x="6183" y="5606"/>
                </a:lnTo>
                <a:lnTo>
                  <a:pt x="6964" y="9018"/>
                </a:lnTo>
                <a:lnTo>
                  <a:pt x="6034" y="9096"/>
                </a:lnTo>
                <a:lnTo>
                  <a:pt x="5055" y="5582"/>
                </a:lnTo>
                <a:close/>
                <a:moveTo>
                  <a:pt x="6521" y="5616"/>
                </a:moveTo>
                <a:lnTo>
                  <a:pt x="7713" y="5642"/>
                </a:lnTo>
                <a:lnTo>
                  <a:pt x="8374" y="8900"/>
                </a:lnTo>
                <a:lnTo>
                  <a:pt x="7294" y="8990"/>
                </a:lnTo>
                <a:lnTo>
                  <a:pt x="6521" y="5616"/>
                </a:lnTo>
                <a:close/>
                <a:moveTo>
                  <a:pt x="8049" y="5649"/>
                </a:moveTo>
                <a:lnTo>
                  <a:pt x="9217" y="5677"/>
                </a:lnTo>
                <a:lnTo>
                  <a:pt x="9771" y="8781"/>
                </a:lnTo>
                <a:lnTo>
                  <a:pt x="8703" y="8872"/>
                </a:lnTo>
                <a:lnTo>
                  <a:pt x="8049" y="5649"/>
                </a:lnTo>
                <a:close/>
                <a:moveTo>
                  <a:pt x="9552" y="5685"/>
                </a:moveTo>
                <a:lnTo>
                  <a:pt x="10724" y="5711"/>
                </a:lnTo>
                <a:lnTo>
                  <a:pt x="11174" y="8663"/>
                </a:lnTo>
                <a:lnTo>
                  <a:pt x="10099" y="8753"/>
                </a:lnTo>
                <a:lnTo>
                  <a:pt x="9552" y="5685"/>
                </a:lnTo>
                <a:close/>
                <a:moveTo>
                  <a:pt x="11057" y="5718"/>
                </a:moveTo>
                <a:lnTo>
                  <a:pt x="12221" y="5744"/>
                </a:lnTo>
                <a:lnTo>
                  <a:pt x="12573" y="8544"/>
                </a:lnTo>
                <a:lnTo>
                  <a:pt x="11502" y="8635"/>
                </a:lnTo>
                <a:lnTo>
                  <a:pt x="11057" y="5718"/>
                </a:lnTo>
                <a:close/>
                <a:moveTo>
                  <a:pt x="12552" y="5752"/>
                </a:moveTo>
                <a:lnTo>
                  <a:pt x="13679" y="5778"/>
                </a:lnTo>
                <a:lnTo>
                  <a:pt x="13952" y="8428"/>
                </a:lnTo>
                <a:lnTo>
                  <a:pt x="12899" y="8518"/>
                </a:lnTo>
                <a:lnTo>
                  <a:pt x="12552" y="5752"/>
                </a:lnTo>
                <a:close/>
                <a:moveTo>
                  <a:pt x="14008" y="5785"/>
                </a:moveTo>
                <a:lnTo>
                  <a:pt x="15200" y="5813"/>
                </a:lnTo>
                <a:lnTo>
                  <a:pt x="15368" y="8309"/>
                </a:lnTo>
                <a:lnTo>
                  <a:pt x="14278" y="8400"/>
                </a:lnTo>
                <a:lnTo>
                  <a:pt x="14008" y="5785"/>
                </a:lnTo>
                <a:close/>
                <a:moveTo>
                  <a:pt x="15528" y="5821"/>
                </a:moveTo>
                <a:lnTo>
                  <a:pt x="16643" y="5847"/>
                </a:lnTo>
                <a:lnTo>
                  <a:pt x="16745" y="8193"/>
                </a:lnTo>
                <a:lnTo>
                  <a:pt x="15694" y="8281"/>
                </a:lnTo>
                <a:lnTo>
                  <a:pt x="15528" y="5821"/>
                </a:lnTo>
                <a:close/>
                <a:moveTo>
                  <a:pt x="16971" y="5854"/>
                </a:moveTo>
                <a:lnTo>
                  <a:pt x="18180" y="5881"/>
                </a:lnTo>
                <a:lnTo>
                  <a:pt x="18175" y="8072"/>
                </a:lnTo>
                <a:lnTo>
                  <a:pt x="17071" y="8165"/>
                </a:lnTo>
                <a:lnTo>
                  <a:pt x="16971" y="5854"/>
                </a:lnTo>
                <a:close/>
                <a:moveTo>
                  <a:pt x="18506" y="5888"/>
                </a:moveTo>
                <a:lnTo>
                  <a:pt x="19399" y="5909"/>
                </a:lnTo>
                <a:lnTo>
                  <a:pt x="19399" y="7969"/>
                </a:lnTo>
                <a:lnTo>
                  <a:pt x="18503" y="8044"/>
                </a:lnTo>
                <a:lnTo>
                  <a:pt x="18506" y="5888"/>
                </a:lnTo>
                <a:close/>
                <a:moveTo>
                  <a:pt x="19399" y="8325"/>
                </a:moveTo>
                <a:lnTo>
                  <a:pt x="19399" y="10447"/>
                </a:lnTo>
                <a:lnTo>
                  <a:pt x="18496" y="10602"/>
                </a:lnTo>
                <a:lnTo>
                  <a:pt x="18501" y="8400"/>
                </a:lnTo>
                <a:lnTo>
                  <a:pt x="19399" y="8325"/>
                </a:lnTo>
                <a:close/>
                <a:moveTo>
                  <a:pt x="18175" y="8428"/>
                </a:moveTo>
                <a:lnTo>
                  <a:pt x="18170" y="10658"/>
                </a:lnTo>
                <a:lnTo>
                  <a:pt x="17184" y="10826"/>
                </a:lnTo>
                <a:lnTo>
                  <a:pt x="17086" y="8519"/>
                </a:lnTo>
                <a:lnTo>
                  <a:pt x="18175" y="8428"/>
                </a:lnTo>
                <a:close/>
                <a:moveTo>
                  <a:pt x="16760" y="8547"/>
                </a:moveTo>
                <a:lnTo>
                  <a:pt x="16860" y="10882"/>
                </a:lnTo>
                <a:lnTo>
                  <a:pt x="15881" y="11050"/>
                </a:lnTo>
                <a:lnTo>
                  <a:pt x="15718" y="8635"/>
                </a:lnTo>
                <a:lnTo>
                  <a:pt x="16760" y="8547"/>
                </a:lnTo>
                <a:close/>
                <a:moveTo>
                  <a:pt x="15392" y="8663"/>
                </a:moveTo>
                <a:lnTo>
                  <a:pt x="15557" y="11106"/>
                </a:lnTo>
                <a:lnTo>
                  <a:pt x="14575" y="11274"/>
                </a:lnTo>
                <a:lnTo>
                  <a:pt x="14314" y="8755"/>
                </a:lnTo>
                <a:lnTo>
                  <a:pt x="15392" y="8663"/>
                </a:lnTo>
                <a:close/>
                <a:moveTo>
                  <a:pt x="13988" y="8781"/>
                </a:moveTo>
                <a:lnTo>
                  <a:pt x="14250" y="11330"/>
                </a:lnTo>
                <a:lnTo>
                  <a:pt x="13273" y="11496"/>
                </a:lnTo>
                <a:lnTo>
                  <a:pt x="12944" y="8870"/>
                </a:lnTo>
                <a:lnTo>
                  <a:pt x="13988" y="8781"/>
                </a:lnTo>
                <a:close/>
                <a:moveTo>
                  <a:pt x="12618" y="8898"/>
                </a:moveTo>
                <a:lnTo>
                  <a:pt x="12951" y="11552"/>
                </a:lnTo>
                <a:lnTo>
                  <a:pt x="11972" y="11720"/>
                </a:lnTo>
                <a:lnTo>
                  <a:pt x="11555" y="8988"/>
                </a:lnTo>
                <a:lnTo>
                  <a:pt x="12618" y="8898"/>
                </a:lnTo>
                <a:close/>
                <a:moveTo>
                  <a:pt x="11227" y="9014"/>
                </a:moveTo>
                <a:lnTo>
                  <a:pt x="11648" y="11776"/>
                </a:lnTo>
                <a:lnTo>
                  <a:pt x="10671" y="11944"/>
                </a:lnTo>
                <a:lnTo>
                  <a:pt x="10163" y="9105"/>
                </a:lnTo>
                <a:lnTo>
                  <a:pt x="11227" y="9014"/>
                </a:lnTo>
                <a:close/>
                <a:moveTo>
                  <a:pt x="9835" y="9132"/>
                </a:moveTo>
                <a:lnTo>
                  <a:pt x="10348" y="11998"/>
                </a:lnTo>
                <a:lnTo>
                  <a:pt x="9371" y="12166"/>
                </a:lnTo>
                <a:lnTo>
                  <a:pt x="8774" y="9221"/>
                </a:lnTo>
                <a:lnTo>
                  <a:pt x="9835" y="9132"/>
                </a:lnTo>
                <a:close/>
                <a:moveTo>
                  <a:pt x="8444" y="9249"/>
                </a:moveTo>
                <a:lnTo>
                  <a:pt x="9047" y="12222"/>
                </a:lnTo>
                <a:lnTo>
                  <a:pt x="8072" y="12388"/>
                </a:lnTo>
                <a:lnTo>
                  <a:pt x="7375" y="9341"/>
                </a:lnTo>
                <a:lnTo>
                  <a:pt x="8444" y="9249"/>
                </a:lnTo>
                <a:close/>
                <a:moveTo>
                  <a:pt x="7043" y="9369"/>
                </a:moveTo>
                <a:lnTo>
                  <a:pt x="7747" y="12444"/>
                </a:lnTo>
                <a:lnTo>
                  <a:pt x="7000" y="12573"/>
                </a:lnTo>
                <a:lnTo>
                  <a:pt x="6130" y="9445"/>
                </a:lnTo>
                <a:lnTo>
                  <a:pt x="7043" y="9369"/>
                </a:lnTo>
                <a:close/>
                <a:moveTo>
                  <a:pt x="8927" y="12929"/>
                </a:moveTo>
                <a:lnTo>
                  <a:pt x="8927" y="15578"/>
                </a:lnTo>
                <a:cubicBezTo>
                  <a:pt x="8927" y="16249"/>
                  <a:pt x="9179" y="16887"/>
                  <a:pt x="9625" y="17349"/>
                </a:cubicBezTo>
                <a:lnTo>
                  <a:pt x="5632" y="17349"/>
                </a:lnTo>
                <a:lnTo>
                  <a:pt x="6999" y="13260"/>
                </a:lnTo>
                <a:lnTo>
                  <a:pt x="8927" y="12929"/>
                </a:lnTo>
                <a:close/>
                <a:moveTo>
                  <a:pt x="4115" y="18922"/>
                </a:moveTo>
                <a:cubicBezTo>
                  <a:pt x="4120" y="18922"/>
                  <a:pt x="4125" y="18922"/>
                  <a:pt x="4130" y="18922"/>
                </a:cubicBezTo>
                <a:lnTo>
                  <a:pt x="4130" y="19144"/>
                </a:lnTo>
                <a:lnTo>
                  <a:pt x="3761" y="19639"/>
                </a:lnTo>
                <a:cubicBezTo>
                  <a:pt x="3631" y="19820"/>
                  <a:pt x="3652" y="20081"/>
                  <a:pt x="3811" y="20232"/>
                </a:cubicBezTo>
                <a:cubicBezTo>
                  <a:pt x="3876" y="20295"/>
                  <a:pt x="3956" y="20327"/>
                  <a:pt x="4039" y="20327"/>
                </a:cubicBezTo>
                <a:cubicBezTo>
                  <a:pt x="4127" y="20327"/>
                  <a:pt x="4215" y="20292"/>
                  <a:pt x="4295" y="20225"/>
                </a:cubicBezTo>
                <a:lnTo>
                  <a:pt x="4992" y="19655"/>
                </a:lnTo>
                <a:cubicBezTo>
                  <a:pt x="5013" y="19739"/>
                  <a:pt x="5023" y="19824"/>
                  <a:pt x="5023" y="19909"/>
                </a:cubicBezTo>
                <a:cubicBezTo>
                  <a:pt x="5023" y="20453"/>
                  <a:pt x="4615" y="20895"/>
                  <a:pt x="4115" y="20895"/>
                </a:cubicBezTo>
                <a:cubicBezTo>
                  <a:pt x="3614" y="20895"/>
                  <a:pt x="3206" y="20453"/>
                  <a:pt x="3206" y="19909"/>
                </a:cubicBezTo>
                <a:cubicBezTo>
                  <a:pt x="3206" y="19365"/>
                  <a:pt x="3614" y="18922"/>
                  <a:pt x="4115" y="18922"/>
                </a:cubicBezTo>
                <a:close/>
                <a:moveTo>
                  <a:pt x="20022" y="18948"/>
                </a:moveTo>
                <a:cubicBezTo>
                  <a:pt x="20029" y="18948"/>
                  <a:pt x="20036" y="18948"/>
                  <a:pt x="20043" y="18948"/>
                </a:cubicBezTo>
                <a:cubicBezTo>
                  <a:pt x="20543" y="18948"/>
                  <a:pt x="20949" y="19391"/>
                  <a:pt x="20949" y="19935"/>
                </a:cubicBezTo>
                <a:cubicBezTo>
                  <a:pt x="20949" y="20479"/>
                  <a:pt x="20543" y="20921"/>
                  <a:pt x="20043" y="20921"/>
                </a:cubicBezTo>
                <a:cubicBezTo>
                  <a:pt x="19542" y="20921"/>
                  <a:pt x="19134" y="20479"/>
                  <a:pt x="19134" y="19935"/>
                </a:cubicBezTo>
                <a:cubicBezTo>
                  <a:pt x="19134" y="19847"/>
                  <a:pt x="19145" y="19757"/>
                  <a:pt x="19167" y="19670"/>
                </a:cubicBezTo>
                <a:lnTo>
                  <a:pt x="19844" y="20223"/>
                </a:lnTo>
                <a:cubicBezTo>
                  <a:pt x="19924" y="20291"/>
                  <a:pt x="20013" y="20327"/>
                  <a:pt x="20101" y="20327"/>
                </a:cubicBezTo>
                <a:cubicBezTo>
                  <a:pt x="20184" y="20327"/>
                  <a:pt x="20262" y="20295"/>
                  <a:pt x="20328" y="20232"/>
                </a:cubicBezTo>
                <a:cubicBezTo>
                  <a:pt x="20486" y="20080"/>
                  <a:pt x="20510" y="19819"/>
                  <a:pt x="20379" y="19637"/>
                </a:cubicBezTo>
                <a:lnTo>
                  <a:pt x="20022" y="19163"/>
                </a:lnTo>
                <a:lnTo>
                  <a:pt x="20022" y="18948"/>
                </a:ln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  <a:endParaRPr sz="1600"/>
          </a:p>
        </p:txBody>
      </p:sp>
      <p:sp>
        <p:nvSpPr>
          <p:cNvPr id="30" name="Tomate">
            <a:extLst>
              <a:ext uri="{FF2B5EF4-FFF2-40B4-BE49-F238E27FC236}">
                <a16:creationId xmlns:a16="http://schemas.microsoft.com/office/drawing/2014/main" id="{EE9E5C47-CEC6-CF0D-B20B-BC8830D4D9E1}"/>
              </a:ext>
            </a:extLst>
          </p:cNvPr>
          <p:cNvSpPr/>
          <p:nvPr/>
        </p:nvSpPr>
        <p:spPr>
          <a:xfrm>
            <a:off x="1801703" y="4287082"/>
            <a:ext cx="634995" cy="635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98" h="21249" extrusionOk="0">
                <a:moveTo>
                  <a:pt x="8656" y="2"/>
                </a:moveTo>
                <a:cubicBezTo>
                  <a:pt x="8618" y="-4"/>
                  <a:pt x="8578" y="1"/>
                  <a:pt x="8540" y="17"/>
                </a:cubicBezTo>
                <a:cubicBezTo>
                  <a:pt x="8452" y="56"/>
                  <a:pt x="8326" y="112"/>
                  <a:pt x="8207" y="170"/>
                </a:cubicBezTo>
                <a:cubicBezTo>
                  <a:pt x="8100" y="222"/>
                  <a:pt x="8047" y="360"/>
                  <a:pt x="8108" y="464"/>
                </a:cubicBezTo>
                <a:cubicBezTo>
                  <a:pt x="8843" y="1722"/>
                  <a:pt x="9036" y="2926"/>
                  <a:pt x="9038" y="3841"/>
                </a:cubicBezTo>
                <a:cubicBezTo>
                  <a:pt x="8468" y="2976"/>
                  <a:pt x="7566" y="1975"/>
                  <a:pt x="6418" y="1953"/>
                </a:cubicBezTo>
                <a:cubicBezTo>
                  <a:pt x="6324" y="1951"/>
                  <a:pt x="6278" y="2070"/>
                  <a:pt x="6345" y="2137"/>
                </a:cubicBezTo>
                <a:cubicBezTo>
                  <a:pt x="6985" y="2781"/>
                  <a:pt x="7303" y="3689"/>
                  <a:pt x="7464" y="4603"/>
                </a:cubicBezTo>
                <a:cubicBezTo>
                  <a:pt x="4347" y="3944"/>
                  <a:pt x="-304" y="4109"/>
                  <a:pt x="16" y="11107"/>
                </a:cubicBezTo>
                <a:cubicBezTo>
                  <a:pt x="495" y="21596"/>
                  <a:pt x="8595" y="21153"/>
                  <a:pt x="10519" y="21242"/>
                </a:cubicBezTo>
                <a:cubicBezTo>
                  <a:pt x="12443" y="21331"/>
                  <a:pt x="19865" y="20589"/>
                  <a:pt x="20631" y="12563"/>
                </a:cubicBezTo>
                <a:cubicBezTo>
                  <a:pt x="21296" y="5600"/>
                  <a:pt x="16912" y="3467"/>
                  <a:pt x="12668" y="4483"/>
                </a:cubicBezTo>
                <a:cubicBezTo>
                  <a:pt x="12823" y="4101"/>
                  <a:pt x="13011" y="3731"/>
                  <a:pt x="13231" y="3465"/>
                </a:cubicBezTo>
                <a:cubicBezTo>
                  <a:pt x="13304" y="3378"/>
                  <a:pt x="13234" y="3243"/>
                  <a:pt x="13123" y="3258"/>
                </a:cubicBezTo>
                <a:cubicBezTo>
                  <a:pt x="12523" y="3336"/>
                  <a:pt x="11887" y="3593"/>
                  <a:pt x="11331" y="3887"/>
                </a:cubicBezTo>
                <a:cubicBezTo>
                  <a:pt x="11390" y="3524"/>
                  <a:pt x="11599" y="3153"/>
                  <a:pt x="12143" y="2942"/>
                </a:cubicBezTo>
                <a:cubicBezTo>
                  <a:pt x="13254" y="2513"/>
                  <a:pt x="13765" y="1559"/>
                  <a:pt x="13842" y="751"/>
                </a:cubicBezTo>
                <a:cubicBezTo>
                  <a:pt x="13849" y="678"/>
                  <a:pt x="13754" y="650"/>
                  <a:pt x="13723" y="716"/>
                </a:cubicBezTo>
                <a:cubicBezTo>
                  <a:pt x="13387" y="1423"/>
                  <a:pt x="12493" y="1792"/>
                  <a:pt x="11811" y="1908"/>
                </a:cubicBezTo>
                <a:cubicBezTo>
                  <a:pt x="11120" y="2026"/>
                  <a:pt x="10700" y="2445"/>
                  <a:pt x="10443" y="2918"/>
                </a:cubicBezTo>
                <a:cubicBezTo>
                  <a:pt x="9942" y="1213"/>
                  <a:pt x="9063" y="327"/>
                  <a:pt x="8763" y="54"/>
                </a:cubicBezTo>
                <a:cubicBezTo>
                  <a:pt x="8732" y="26"/>
                  <a:pt x="8695" y="9"/>
                  <a:pt x="8656" y="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  <a:endParaRPr sz="1600"/>
          </a:p>
        </p:txBody>
      </p:sp>
      <p:pic>
        <p:nvPicPr>
          <p:cNvPr id="34" name="Picture 33" descr="A blue and white circle with small blue flowers on it&#10;&#10;Description automatically generated">
            <a:extLst>
              <a:ext uri="{FF2B5EF4-FFF2-40B4-BE49-F238E27FC236}">
                <a16:creationId xmlns:a16="http://schemas.microsoft.com/office/drawing/2014/main" id="{31DFF75E-1E62-4E8D-98CB-CBAA58AEB54D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7784" y="2053031"/>
            <a:ext cx="1045069" cy="731548"/>
          </a:xfrm>
          <a:prstGeom prst="rect">
            <a:avLst/>
          </a:prstGeom>
        </p:spPr>
      </p:pic>
      <p:sp>
        <p:nvSpPr>
          <p:cNvPr id="35" name="Cereja">
            <a:extLst>
              <a:ext uri="{FF2B5EF4-FFF2-40B4-BE49-F238E27FC236}">
                <a16:creationId xmlns:a16="http://schemas.microsoft.com/office/drawing/2014/main" id="{6E6F6576-2511-8CB3-B662-9A9D8B165DD9}"/>
              </a:ext>
            </a:extLst>
          </p:cNvPr>
          <p:cNvSpPr/>
          <p:nvPr/>
        </p:nvSpPr>
        <p:spPr>
          <a:xfrm>
            <a:off x="7389719" y="4499510"/>
            <a:ext cx="247966" cy="3184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240" h="20892" extrusionOk="0">
                <a:moveTo>
                  <a:pt x="7270" y="0"/>
                </a:moveTo>
                <a:cubicBezTo>
                  <a:pt x="6749" y="4881"/>
                  <a:pt x="10955" y="6557"/>
                  <a:pt x="14000" y="5975"/>
                </a:cubicBezTo>
                <a:cubicBezTo>
                  <a:pt x="12622" y="6694"/>
                  <a:pt x="10662" y="7559"/>
                  <a:pt x="9567" y="8283"/>
                </a:cubicBezTo>
                <a:cubicBezTo>
                  <a:pt x="8134" y="9232"/>
                  <a:pt x="6804" y="10468"/>
                  <a:pt x="5164" y="12907"/>
                </a:cubicBezTo>
                <a:cubicBezTo>
                  <a:pt x="4840" y="12642"/>
                  <a:pt x="4293" y="12347"/>
                  <a:pt x="3411" y="12264"/>
                </a:cubicBezTo>
                <a:cubicBezTo>
                  <a:pt x="663" y="12007"/>
                  <a:pt x="-2369" y="17077"/>
                  <a:pt x="2841" y="18764"/>
                </a:cubicBezTo>
                <a:cubicBezTo>
                  <a:pt x="7911" y="20405"/>
                  <a:pt x="9801" y="15258"/>
                  <a:pt x="7936" y="13911"/>
                </a:cubicBezTo>
                <a:cubicBezTo>
                  <a:pt x="7264" y="13426"/>
                  <a:pt x="6666" y="13298"/>
                  <a:pt x="6241" y="13289"/>
                </a:cubicBezTo>
                <a:cubicBezTo>
                  <a:pt x="6856" y="12336"/>
                  <a:pt x="8043" y="10297"/>
                  <a:pt x="9941" y="8930"/>
                </a:cubicBezTo>
                <a:cubicBezTo>
                  <a:pt x="11591" y="7741"/>
                  <a:pt x="14320" y="6397"/>
                  <a:pt x="14955" y="6689"/>
                </a:cubicBezTo>
                <a:cubicBezTo>
                  <a:pt x="15567" y="6969"/>
                  <a:pt x="16488" y="10172"/>
                  <a:pt x="14364" y="14851"/>
                </a:cubicBezTo>
                <a:cubicBezTo>
                  <a:pt x="14024" y="14605"/>
                  <a:pt x="13350" y="14274"/>
                  <a:pt x="12241" y="14352"/>
                </a:cubicBezTo>
                <a:cubicBezTo>
                  <a:pt x="9486" y="14545"/>
                  <a:pt x="7746" y="20005"/>
                  <a:pt x="13263" y="20814"/>
                </a:cubicBezTo>
                <a:cubicBezTo>
                  <a:pt x="18630" y="21600"/>
                  <a:pt x="19231" y="16249"/>
                  <a:pt x="17076" y="15232"/>
                </a:cubicBezTo>
                <a:cubicBezTo>
                  <a:pt x="16414" y="14919"/>
                  <a:pt x="15868" y="14851"/>
                  <a:pt x="15461" y="14876"/>
                </a:cubicBezTo>
                <a:cubicBezTo>
                  <a:pt x="15973" y="13405"/>
                  <a:pt x="17038" y="9738"/>
                  <a:pt x="16191" y="6623"/>
                </a:cubicBezTo>
                <a:cubicBezTo>
                  <a:pt x="16059" y="6190"/>
                  <a:pt x="16401" y="5727"/>
                  <a:pt x="16489" y="5538"/>
                </a:cubicBezTo>
                <a:cubicBezTo>
                  <a:pt x="16576" y="5349"/>
                  <a:pt x="15758" y="4695"/>
                  <a:pt x="15439" y="5053"/>
                </a:cubicBezTo>
                <a:cubicBezTo>
                  <a:pt x="15315" y="5192"/>
                  <a:pt x="15094" y="5353"/>
                  <a:pt x="14804" y="5530"/>
                </a:cubicBezTo>
                <a:cubicBezTo>
                  <a:pt x="14959" y="4800"/>
                  <a:pt x="15252" y="2668"/>
                  <a:pt x="13662" y="1634"/>
                </a:cubicBezTo>
                <a:cubicBezTo>
                  <a:pt x="11265" y="75"/>
                  <a:pt x="9788" y="1822"/>
                  <a:pt x="727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  <a:endParaRPr sz="1600" dirty="0"/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5B8ACDB8-244A-9F39-918A-3FC6A067ABFA}"/>
              </a:ext>
            </a:extLst>
          </p:cNvPr>
          <p:cNvSpPr txBox="1"/>
          <p:nvPr/>
        </p:nvSpPr>
        <p:spPr>
          <a:xfrm>
            <a:off x="638982" y="3458165"/>
            <a:ext cx="1348561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ctr"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sz="1000" dirty="0"/>
              <a:t>Fruit damage</a:t>
            </a:r>
          </a:p>
        </p:txBody>
      </p:sp>
      <p:pic>
        <p:nvPicPr>
          <p:cNvPr id="38" name="Picture 37" descr="A blue and white circle with small blue flowers on it&#10;&#10;Description automatically generated">
            <a:extLst>
              <a:ext uri="{FF2B5EF4-FFF2-40B4-BE49-F238E27FC236}">
                <a16:creationId xmlns:a16="http://schemas.microsoft.com/office/drawing/2014/main" id="{31C7F95A-7684-EBF2-2A17-167598203173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37" y="6007652"/>
            <a:ext cx="1045069" cy="731548"/>
          </a:xfrm>
          <a:prstGeom prst="rect">
            <a:avLst/>
          </a:prstGeom>
        </p:spPr>
      </p:pic>
      <p:sp>
        <p:nvSpPr>
          <p:cNvPr id="39" name="-">
            <a:extLst>
              <a:ext uri="{FF2B5EF4-FFF2-40B4-BE49-F238E27FC236}">
                <a16:creationId xmlns:a16="http://schemas.microsoft.com/office/drawing/2014/main" id="{1904DCAD-7FAD-FDA7-482B-46FD8D7AA4A4}"/>
              </a:ext>
            </a:extLst>
          </p:cNvPr>
          <p:cNvSpPr txBox="1"/>
          <p:nvPr/>
        </p:nvSpPr>
        <p:spPr>
          <a:xfrm>
            <a:off x="5877529" y="1869350"/>
            <a:ext cx="168316" cy="51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6000">
                <a:solidFill>
                  <a:srgbClr val="53585F"/>
                </a:solidFill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3000" dirty="0"/>
              <a:t>-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677E2DDE-0BD1-237F-B3E0-934DEDFA74DE}"/>
              </a:ext>
            </a:extLst>
          </p:cNvPr>
          <p:cNvSpPr txBox="1"/>
          <p:nvPr/>
        </p:nvSpPr>
        <p:spPr>
          <a:xfrm>
            <a:off x="10355662" y="435169"/>
            <a:ext cx="584596" cy="7130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defTabSz="412750" hangingPunct="0">
              <a:spcBef>
                <a:spcPts val="2950"/>
              </a:spcBef>
            </a:pPr>
            <a:r>
              <a:rPr lang="pt-B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India</a:t>
            </a:r>
            <a:endParaRPr lang="en-NZ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4" name="© Based on Deshpande et al. (2022, Oikos)">
            <a:extLst>
              <a:ext uri="{FF2B5EF4-FFF2-40B4-BE49-F238E27FC236}">
                <a16:creationId xmlns:a16="http://schemas.microsoft.com/office/drawing/2014/main" id="{CF52B4EC-1D12-E0AC-0D41-27DB8066CF13}"/>
              </a:ext>
            </a:extLst>
          </p:cNvPr>
          <p:cNvSpPr txBox="1"/>
          <p:nvPr/>
        </p:nvSpPr>
        <p:spPr>
          <a:xfrm>
            <a:off x="9231526" y="6610750"/>
            <a:ext cx="2516715" cy="205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355600">
              <a:spcBef>
                <a:spcPts val="4700"/>
              </a:spcBef>
              <a:defRPr sz="2000">
                <a:latin typeface="Graphik Light"/>
                <a:ea typeface="Graphik Light"/>
                <a:cs typeface="Graphik Light"/>
                <a:sym typeface="Graphik Light"/>
              </a:defRPr>
            </a:lvl1pPr>
          </a:lstStyle>
          <a:p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Based on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Deshpande et al. (2022, Oikos)</a:t>
            </a:r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14C1D11C-AE67-DC90-6E2D-0A38529217EB}"/>
              </a:ext>
            </a:extLst>
          </p:cNvPr>
          <p:cNvCxnSpPr>
            <a:cxnSpLocks/>
          </p:cNvCxnSpPr>
          <p:nvPr/>
        </p:nvCxnSpPr>
        <p:spPr>
          <a:xfrm flipV="1">
            <a:off x="2827284" y="1601754"/>
            <a:ext cx="752266" cy="413571"/>
          </a:xfrm>
          <a:prstGeom prst="straightConnector1">
            <a:avLst/>
          </a:prstGeom>
          <a:noFill/>
          <a:ln w="57150" cap="flat">
            <a:solidFill>
              <a:srgbClr val="A7B8C6"/>
            </a:solidFill>
            <a:prstDash val="sys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5B726ED1-8ECE-D681-DD9C-4494E8D377A3}"/>
              </a:ext>
            </a:extLst>
          </p:cNvPr>
          <p:cNvCxnSpPr>
            <a:cxnSpLocks/>
          </p:cNvCxnSpPr>
          <p:nvPr/>
        </p:nvCxnSpPr>
        <p:spPr>
          <a:xfrm flipV="1">
            <a:off x="3997847" y="2160134"/>
            <a:ext cx="870691" cy="1125908"/>
          </a:xfrm>
          <a:prstGeom prst="straightConnector1">
            <a:avLst/>
          </a:prstGeom>
          <a:noFill/>
          <a:ln w="57150" cap="flat">
            <a:solidFill>
              <a:srgbClr val="A7B8C6"/>
            </a:solidFill>
            <a:prstDash val="sysDash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3" name="Linha de Conexão">
            <a:extLst>
              <a:ext uri="{FF2B5EF4-FFF2-40B4-BE49-F238E27FC236}">
                <a16:creationId xmlns:a16="http://schemas.microsoft.com/office/drawing/2014/main" id="{B953B6EA-0DB0-2FBF-7B67-B4FD358607AF}"/>
              </a:ext>
            </a:extLst>
          </p:cNvPr>
          <p:cNvCxnSpPr>
            <a:cxnSpLocks/>
          </p:cNvCxnSpPr>
          <p:nvPr/>
        </p:nvCxnSpPr>
        <p:spPr>
          <a:xfrm rot="16200000" flipV="1">
            <a:off x="3430181" y="826190"/>
            <a:ext cx="885692" cy="104951"/>
          </a:xfrm>
          <a:prstGeom prst="bentConnector3">
            <a:avLst>
              <a:gd name="adj1" fmla="val 50000"/>
            </a:avLst>
          </a:prstGeom>
          <a:ln w="88900" cap="rnd">
            <a:solidFill>
              <a:srgbClr val="C14F15"/>
            </a:solidFill>
            <a:miter lim="400000"/>
            <a:tailEnd type="triangle"/>
          </a:ln>
        </p:spPr>
      </p:cxnSp>
      <p:cxnSp>
        <p:nvCxnSpPr>
          <p:cNvPr id="56" name="Linha de Conexão">
            <a:extLst>
              <a:ext uri="{FF2B5EF4-FFF2-40B4-BE49-F238E27FC236}">
                <a16:creationId xmlns:a16="http://schemas.microsoft.com/office/drawing/2014/main" id="{EB61029C-C48D-18EC-1DE7-04FB71C5347A}"/>
              </a:ext>
            </a:extLst>
          </p:cNvPr>
          <p:cNvCxnSpPr>
            <a:cxnSpLocks/>
          </p:cNvCxnSpPr>
          <p:nvPr/>
        </p:nvCxnSpPr>
        <p:spPr>
          <a:xfrm rot="10800000">
            <a:off x="3938960" y="1632054"/>
            <a:ext cx="856723" cy="307501"/>
          </a:xfrm>
          <a:prstGeom prst="bentConnector3">
            <a:avLst>
              <a:gd name="adj1" fmla="val 50000"/>
            </a:avLst>
          </a:prstGeom>
          <a:ln w="88900" cap="rnd">
            <a:solidFill>
              <a:srgbClr val="C04F15"/>
            </a:solidFill>
            <a:miter lim="400000"/>
            <a:tailEnd type="triangle"/>
          </a:ln>
        </p:spPr>
      </p:cxnSp>
      <p:pic>
        <p:nvPicPr>
          <p:cNvPr id="32" name="Imagem 31">
            <a:extLst>
              <a:ext uri="{FF2B5EF4-FFF2-40B4-BE49-F238E27FC236}">
                <a16:creationId xmlns:a16="http://schemas.microsoft.com/office/drawing/2014/main" id="{B7A3698B-82C4-BC27-B7A4-FE25D62D3EB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20562" y="1839779"/>
            <a:ext cx="240132" cy="234303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200FC19E-8F6D-FE94-6AF3-72AD2BA3F49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06787" y="1083103"/>
            <a:ext cx="332203" cy="288990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4DBC5DDB-F62D-C0DB-FFB3-072CCAB42D5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67942" y="1265011"/>
            <a:ext cx="334582" cy="267666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EE7000C7-51A7-76C5-AF42-89C8EAB6747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68176" y="1498664"/>
            <a:ext cx="339556" cy="241357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2A4A1EB4-B03D-D3F1-0537-2DDE909F502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382386" y="1755292"/>
            <a:ext cx="240132" cy="227789"/>
          </a:xfrm>
          <a:prstGeom prst="rect">
            <a:avLst/>
          </a:prstGeom>
        </p:spPr>
      </p:pic>
      <p:pic>
        <p:nvPicPr>
          <p:cNvPr id="49" name="Gráfico 48" descr="Marcador com preenchimento sólido">
            <a:extLst>
              <a:ext uri="{FF2B5EF4-FFF2-40B4-BE49-F238E27FC236}">
                <a16:creationId xmlns:a16="http://schemas.microsoft.com/office/drawing/2014/main" id="{90813527-AFD7-C6A7-9215-FD7FE1DF01A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599531" y="1633608"/>
            <a:ext cx="674865" cy="674865"/>
          </a:xfrm>
          <a:prstGeom prst="rect">
            <a:avLst/>
          </a:prstGeom>
        </p:spPr>
      </p:pic>
      <p:sp>
        <p:nvSpPr>
          <p:cNvPr id="55" name="TextBox 111">
            <a:extLst>
              <a:ext uri="{FF2B5EF4-FFF2-40B4-BE49-F238E27FC236}">
                <a16:creationId xmlns:a16="http://schemas.microsoft.com/office/drawing/2014/main" id="{0DA910F6-374B-5FD8-FE9C-4BA581DEDE1F}"/>
              </a:ext>
            </a:extLst>
          </p:cNvPr>
          <p:cNvSpPr txBox="1"/>
          <p:nvPr/>
        </p:nvSpPr>
        <p:spPr>
          <a:xfrm>
            <a:off x="9641258" y="2190477"/>
            <a:ext cx="1348561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ctr">
            <a:spAutoFit/>
          </a:bodyPr>
          <a:lstStyle>
            <a:lvl1pPr defTabSz="355600">
              <a:spcBef>
                <a:spcPts val="4700"/>
              </a:spcBef>
              <a:defRPr sz="2000">
                <a:solidFill>
                  <a:srgbClr val="53585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Locations</a:t>
            </a:r>
            <a:endParaRPr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BB34494-F263-D25F-5517-7C59666651D1}"/>
              </a:ext>
            </a:extLst>
          </p:cNvPr>
          <p:cNvSpPr txBox="1"/>
          <p:nvPr/>
        </p:nvSpPr>
        <p:spPr>
          <a:xfrm>
            <a:off x="7258436" y="884832"/>
            <a:ext cx="2851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Operationalization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9" name="Gráfico 58" descr="Seta: curva no sentido horário com preenchimento sólido">
            <a:extLst>
              <a:ext uri="{FF2B5EF4-FFF2-40B4-BE49-F238E27FC236}">
                <a16:creationId xmlns:a16="http://schemas.microsoft.com/office/drawing/2014/main" id="{0C851DE9-F345-BE6F-EABB-A2785A92702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9661943">
            <a:off x="8059582" y="132012"/>
            <a:ext cx="833268" cy="821958"/>
          </a:xfrm>
          <a:prstGeom prst="rect">
            <a:avLst/>
          </a:prstGeom>
        </p:spPr>
      </p:pic>
      <p:pic>
        <p:nvPicPr>
          <p:cNvPr id="60" name="Gráfico 59" descr="Lupa com preenchimento sólido">
            <a:extLst>
              <a:ext uri="{FF2B5EF4-FFF2-40B4-BE49-F238E27FC236}">
                <a16:creationId xmlns:a16="http://schemas.microsoft.com/office/drawing/2014/main" id="{3B52CE81-B196-3C71-CA97-CC3407E6C6F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36217" y="75113"/>
            <a:ext cx="668941" cy="668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0"/>
                            </p:stCondLst>
                            <p:childTnLst>
                              <p:par>
                                <p:cTn id="8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7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7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0"/>
                            </p:stCondLst>
                            <p:childTnLst>
                              <p:par>
                                <p:cTn id="13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2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7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3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2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7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30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2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0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5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3500"/>
                            </p:stCondLst>
                            <p:childTnLst>
                              <p:par>
                                <p:cTn id="18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3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40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4000"/>
                            </p:stCondLst>
                            <p:childTnLst>
                              <p:par>
                                <p:cTn id="19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4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6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 advAuto="0"/>
      <p:bldP spid="147" grpId="0" animBg="1" advAuto="0"/>
      <p:bldP spid="148" grpId="0" animBg="1" advAuto="0"/>
      <p:bldP spid="149" grpId="0" animBg="1" advAuto="0"/>
      <p:bldP spid="150" grpId="0" animBg="1" advAuto="0"/>
      <p:bldP spid="152" grpId="0" animBg="1" advAuto="0"/>
      <p:bldP spid="153" grpId="0" animBg="1" advAuto="0"/>
      <p:bldP spid="154" grpId="0" animBg="1" advAuto="0"/>
      <p:bldP spid="155" grpId="0" animBg="1" advAuto="0"/>
      <p:bldP spid="156" grpId="0" animBg="1" advAuto="0"/>
      <p:bldP spid="158" grpId="0" animBg="1" advAuto="0"/>
      <p:bldP spid="161" grpId="0" animBg="1" advAuto="0"/>
      <p:bldP spid="164" grpId="0" animBg="1" advAuto="0"/>
      <p:bldP spid="167" grpId="0" animBg="1" advAuto="0"/>
      <p:bldP spid="170" grpId="0" animBg="1" advAuto="0"/>
      <p:bldP spid="176" grpId="0" animBg="1" advAuto="0"/>
      <p:bldP spid="179" grpId="0" animBg="1" advAuto="0"/>
      <p:bldP spid="182" grpId="0" animBg="1" advAuto="0"/>
      <p:bldP spid="184" grpId="0" animBg="1" advAuto="0"/>
      <p:bldP spid="185" grpId="0" animBg="1" advAuto="0"/>
      <p:bldP spid="187" grpId="0" animBg="1" advAuto="0"/>
      <p:bldP spid="239" grpId="0" animBg="1" advAuto="0"/>
      <p:bldP spid="241" grpId="0" animBg="1" advAuto="0"/>
      <p:bldP spid="190" grpId="0" animBg="1" advAuto="0"/>
      <p:bldP spid="243" grpId="0" animBg="1" advAuto="0"/>
      <p:bldP spid="245" grpId="0" animBg="1" advAuto="0"/>
      <p:bldP spid="193" grpId="0" animBg="1" advAuto="0"/>
      <p:bldP spid="249" grpId="0" animBg="1" advAuto="0"/>
      <p:bldP spid="205" grpId="0" animBg="1" advAuto="0"/>
      <p:bldP spid="251" grpId="0" animBg="1" advAuto="0"/>
      <p:bldP spid="210" grpId="0" animBg="1" advAuto="0"/>
      <p:bldP spid="217" grpId="0" animBg="1" advAuto="0"/>
      <p:bldP spid="218" grpId="0" animBg="1" advAuto="0"/>
      <p:bldP spid="219" grpId="0" animBg="1" advAuto="0"/>
      <p:bldP spid="220" grpId="0" animBg="1" advAuto="0"/>
      <p:bldP spid="221" grpId="0" animBg="1" advAuto="0"/>
      <p:bldP spid="222" grpId="0" animBg="1" advAuto="0"/>
      <p:bldP spid="223" grpId="0" animBg="1" advAuto="0"/>
      <p:bldP spid="224" grpId="0" animBg="1" advAuto="0"/>
      <p:bldP spid="226" grpId="0" animBg="1" advAuto="0"/>
      <p:bldP spid="227" grpId="0" animBg="1" advAuto="0"/>
      <p:bldP spid="21" grpId="0" animBg="1" advAuto="0"/>
      <p:bldP spid="22" grpId="0" animBg="1" advAuto="0"/>
      <p:bldP spid="24" grpId="0" animBg="1" advAuto="0"/>
      <p:bldP spid="27" grpId="0" animBg="1" advAuto="0"/>
      <p:bldP spid="28" grpId="0" animBg="1" advAuto="0"/>
      <p:bldP spid="29" grpId="0" animBg="1" advAuto="0"/>
      <p:bldP spid="30" grpId="0" animBg="1" advAuto="0"/>
      <p:bldP spid="35" grpId="0" animBg="1" advAuto="0"/>
      <p:bldP spid="36" grpId="0" animBg="1" advAuto="0"/>
      <p:bldP spid="39" grpId="0" animBg="1" advAuto="0"/>
      <p:bldP spid="53" grpId="0" animBg="1" advAuto="0"/>
      <p:bldP spid="56" grpId="0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0BC06A9-77AB-CB0A-CAE0-96C14B822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6"/>
          <a:stretch/>
        </p:blipFill>
        <p:spPr bwMode="auto">
          <a:xfrm>
            <a:off x="-274829" y="1892813"/>
            <a:ext cx="5734050" cy="493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2" name="Diagrama 21">
            <a:extLst>
              <a:ext uri="{FF2B5EF4-FFF2-40B4-BE49-F238E27FC236}">
                <a16:creationId xmlns:a16="http://schemas.microsoft.com/office/drawing/2014/main" id="{00202232-37AF-D97D-43DB-856C3D75DA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4202041"/>
              </p:ext>
            </p:extLst>
          </p:nvPr>
        </p:nvGraphicFramePr>
        <p:xfrm>
          <a:off x="4962280" y="2094432"/>
          <a:ext cx="7811401" cy="4304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10224D72-1315-7CE6-39E0-573354555CF5}"/>
              </a:ext>
            </a:extLst>
          </p:cNvPr>
          <p:cNvCxnSpPr>
            <a:cxnSpLocks/>
          </p:cNvCxnSpPr>
          <p:nvPr/>
        </p:nvCxnSpPr>
        <p:spPr>
          <a:xfrm>
            <a:off x="8532276" y="1007066"/>
            <a:ext cx="1421379" cy="106874"/>
          </a:xfrm>
          <a:prstGeom prst="line">
            <a:avLst/>
          </a:prstGeom>
          <a:ln w="38100">
            <a:solidFill>
              <a:srgbClr val="A7B8C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áfico 4" descr="Lua minguante gibosa com preenchimento sólido">
            <a:extLst>
              <a:ext uri="{FF2B5EF4-FFF2-40B4-BE49-F238E27FC236}">
                <a16:creationId xmlns:a16="http://schemas.microsoft.com/office/drawing/2014/main" id="{2B5A75EC-35A1-9CB3-1776-F53381A1FC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96327" y="2580985"/>
            <a:ext cx="754733" cy="754733"/>
          </a:xfrm>
          <a:prstGeom prst="rect">
            <a:avLst/>
          </a:prstGeom>
        </p:spPr>
      </p:pic>
      <p:pic>
        <p:nvPicPr>
          <p:cNvPr id="12" name="Gráfico 11" descr="Rede social com preenchimento sólido">
            <a:extLst>
              <a:ext uri="{FF2B5EF4-FFF2-40B4-BE49-F238E27FC236}">
                <a16:creationId xmlns:a16="http://schemas.microsoft.com/office/drawing/2014/main" id="{9BE1425F-ED08-6A78-4B3B-BA79E56EE3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76876" y="600049"/>
            <a:ext cx="1230015" cy="1230015"/>
          </a:xfrm>
          <a:prstGeom prst="rect">
            <a:avLst/>
          </a:prstGeom>
        </p:spPr>
      </p:pic>
      <p:pic>
        <p:nvPicPr>
          <p:cNvPr id="14" name="Gráfico 13" descr="Rede com preenchimento sólido">
            <a:extLst>
              <a:ext uri="{FF2B5EF4-FFF2-40B4-BE49-F238E27FC236}">
                <a16:creationId xmlns:a16="http://schemas.microsoft.com/office/drawing/2014/main" id="{716B729E-BAF1-BA79-20EF-D58FE901B5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52695" y="509810"/>
            <a:ext cx="1230015" cy="1230015"/>
          </a:xfrm>
          <a:prstGeom prst="rect">
            <a:avLst/>
          </a:prstGeom>
        </p:spPr>
      </p:pic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4A2D9F1-1655-674F-77D0-5E6FC1A5A1C8}"/>
              </a:ext>
            </a:extLst>
          </p:cNvPr>
          <p:cNvCxnSpPr>
            <a:cxnSpLocks/>
          </p:cNvCxnSpPr>
          <p:nvPr/>
        </p:nvCxnSpPr>
        <p:spPr>
          <a:xfrm flipH="1" flipV="1">
            <a:off x="8442639" y="1450017"/>
            <a:ext cx="1511016" cy="176056"/>
          </a:xfrm>
          <a:prstGeom prst="line">
            <a:avLst/>
          </a:prstGeom>
          <a:ln w="38100">
            <a:solidFill>
              <a:srgbClr val="B6C3CF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04F61AD-650A-CC59-E861-436403289461}"/>
              </a:ext>
            </a:extLst>
          </p:cNvPr>
          <p:cNvCxnSpPr>
            <a:cxnSpLocks/>
          </p:cNvCxnSpPr>
          <p:nvPr/>
        </p:nvCxnSpPr>
        <p:spPr>
          <a:xfrm flipV="1">
            <a:off x="8442639" y="1297087"/>
            <a:ext cx="1779638" cy="98596"/>
          </a:xfrm>
          <a:prstGeom prst="line">
            <a:avLst/>
          </a:prstGeom>
          <a:ln w="38100">
            <a:solidFill>
              <a:srgbClr val="A7B8C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1828962-8261-D49D-BA4C-1D3791AEC908}"/>
              </a:ext>
            </a:extLst>
          </p:cNvPr>
          <p:cNvCxnSpPr>
            <a:cxnSpLocks/>
          </p:cNvCxnSpPr>
          <p:nvPr/>
        </p:nvCxnSpPr>
        <p:spPr>
          <a:xfrm>
            <a:off x="8163668" y="752979"/>
            <a:ext cx="2102489" cy="79515"/>
          </a:xfrm>
          <a:prstGeom prst="line">
            <a:avLst/>
          </a:prstGeom>
          <a:ln w="38100">
            <a:solidFill>
              <a:srgbClr val="A7B8C6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17CC1D30-8065-C1AC-EFC8-B05A2795D50C}"/>
              </a:ext>
            </a:extLst>
          </p:cNvPr>
          <p:cNvSpPr txBox="1"/>
          <p:nvPr/>
        </p:nvSpPr>
        <p:spPr>
          <a:xfrm>
            <a:off x="8637533" y="1573543"/>
            <a:ext cx="124906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A7B8C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 links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F38EAE0-1509-3370-94DE-FCD915AD18E8}"/>
              </a:ext>
            </a:extLst>
          </p:cNvPr>
          <p:cNvSpPr txBox="1"/>
          <p:nvPr/>
        </p:nvSpPr>
        <p:spPr>
          <a:xfrm>
            <a:off x="6769663" y="242367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F9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Ecological network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A7850AF-0EAE-803E-9533-4832F43C37AD}"/>
              </a:ext>
            </a:extLst>
          </p:cNvPr>
          <p:cNvSpPr txBox="1"/>
          <p:nvPr/>
        </p:nvSpPr>
        <p:spPr>
          <a:xfrm>
            <a:off x="9556456" y="236300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4F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network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54BB2FB-F2D8-E673-DEFE-59D1DECCCE11}"/>
              </a:ext>
            </a:extLst>
          </p:cNvPr>
          <p:cNvSpPr txBox="1"/>
          <p:nvPr/>
        </p:nvSpPr>
        <p:spPr>
          <a:xfrm>
            <a:off x="7468433" y="1942875"/>
            <a:ext cx="96693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Levels 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797220C4-E541-5792-5904-542FBAB34485}"/>
              </a:ext>
            </a:extLst>
          </p:cNvPr>
          <p:cNvSpPr txBox="1"/>
          <p:nvPr/>
        </p:nvSpPr>
        <p:spPr>
          <a:xfrm>
            <a:off x="9982397" y="1924410"/>
            <a:ext cx="233910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Metrics and models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9CC70401-ED43-8D4F-3319-BFF003E0B705}"/>
              </a:ext>
            </a:extLst>
          </p:cNvPr>
          <p:cNvGrpSpPr/>
          <p:nvPr/>
        </p:nvGrpSpPr>
        <p:grpSpPr>
          <a:xfrm>
            <a:off x="-1077994" y="2532851"/>
            <a:ext cx="980146" cy="3455201"/>
            <a:chOff x="1752985" y="2289536"/>
            <a:chExt cx="546428" cy="2012984"/>
          </a:xfrm>
          <a:scene3d>
            <a:camera prst="orthographicFront"/>
            <a:lightRig rig="flat" dir="t"/>
          </a:scene3d>
        </p:grpSpPr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96150F2F-0263-0839-D083-0271969B5B22}"/>
                </a:ext>
              </a:extLst>
            </p:cNvPr>
            <p:cNvSpPr txBox="1"/>
            <p:nvPr/>
          </p:nvSpPr>
          <p:spPr>
            <a:xfrm rot="16200000">
              <a:off x="1130068" y="3044860"/>
              <a:ext cx="1852771" cy="48591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marL="0" lvl="0" indent="0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The network </a:t>
              </a:r>
            </a:p>
            <a:p>
              <a:pPr marL="0" lvl="0" indent="0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we see </a:t>
              </a:r>
              <a:endParaRPr lang="en-US" sz="2400" kern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71C95AAB-5E21-7718-1E4F-CA850340D910}"/>
                </a:ext>
              </a:extLst>
            </p:cNvPr>
            <p:cNvSpPr/>
            <p:nvPr/>
          </p:nvSpPr>
          <p:spPr>
            <a:xfrm rot="16200000">
              <a:off x="989453" y="3053068"/>
              <a:ext cx="2012984" cy="485919"/>
            </a:xfrm>
            <a:prstGeom prst="rect">
              <a:avLst/>
            </a:prstGeom>
            <a:solidFill>
              <a:schemeClr val="bg1"/>
            </a:solidFill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alpha val="8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alpha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5" name="Gráfico 44" descr="Lua cheia com preenchimento sólido">
            <a:extLst>
              <a:ext uri="{FF2B5EF4-FFF2-40B4-BE49-F238E27FC236}">
                <a16:creationId xmlns:a16="http://schemas.microsoft.com/office/drawing/2014/main" id="{61282D3B-E71B-EB4D-BCA7-178DFCAC22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1104452" y="2504674"/>
            <a:ext cx="914400" cy="914400"/>
          </a:xfrm>
          <a:prstGeom prst="rect">
            <a:avLst/>
          </a:prstGeom>
        </p:spPr>
      </p:pic>
      <p:pic>
        <p:nvPicPr>
          <p:cNvPr id="47" name="Gráfico 46" descr="Lupa com preenchimento sólido">
            <a:extLst>
              <a:ext uri="{FF2B5EF4-FFF2-40B4-BE49-F238E27FC236}">
                <a16:creationId xmlns:a16="http://schemas.microsoft.com/office/drawing/2014/main" id="{33F08CA6-0F42-5945-C125-1DA2C430B89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54140" y="657079"/>
            <a:ext cx="1305169" cy="1305169"/>
          </a:xfrm>
          <a:prstGeom prst="rect">
            <a:avLst/>
          </a:prstGeom>
        </p:spPr>
      </p:pic>
      <p:pic>
        <p:nvPicPr>
          <p:cNvPr id="49" name="Gráfico 48" descr="Seta: curva no sentido horário com preenchimento sólido">
            <a:extLst>
              <a:ext uri="{FF2B5EF4-FFF2-40B4-BE49-F238E27FC236}">
                <a16:creationId xmlns:a16="http://schemas.microsoft.com/office/drawing/2014/main" id="{876EFA5F-43C0-3E45-09FA-BE897D84CCB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4368668">
            <a:off x="3300108" y="632330"/>
            <a:ext cx="1702002" cy="1678900"/>
          </a:xfrm>
          <a:prstGeom prst="rect">
            <a:avLst/>
          </a:prstGeom>
        </p:spPr>
      </p:pic>
      <p:pic>
        <p:nvPicPr>
          <p:cNvPr id="50" name="Gráfico 49" descr="Seta: curva no sentido horário com preenchimento sólido">
            <a:extLst>
              <a:ext uri="{FF2B5EF4-FFF2-40B4-BE49-F238E27FC236}">
                <a16:creationId xmlns:a16="http://schemas.microsoft.com/office/drawing/2014/main" id="{3AF4EDD1-A24A-8DF7-E2A9-F1BFAE259B7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4368668">
            <a:off x="5840968" y="260948"/>
            <a:ext cx="931283" cy="918642"/>
          </a:xfrm>
          <a:prstGeom prst="rect">
            <a:avLst/>
          </a:prstGeom>
        </p:spPr>
      </p:pic>
      <p:sp>
        <p:nvSpPr>
          <p:cNvPr id="51" name="CaixaDeTexto 50">
            <a:extLst>
              <a:ext uri="{FF2B5EF4-FFF2-40B4-BE49-F238E27FC236}">
                <a16:creationId xmlns:a16="http://schemas.microsoft.com/office/drawing/2014/main" id="{B89CB07E-80E9-BDB8-ADB5-55573603C66B}"/>
              </a:ext>
            </a:extLst>
          </p:cNvPr>
          <p:cNvSpPr txBox="1"/>
          <p:nvPr/>
        </p:nvSpPr>
        <p:spPr>
          <a:xfrm>
            <a:off x="3640695" y="170401"/>
            <a:ext cx="2957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Future directions 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 SEN research</a:t>
            </a:r>
          </a:p>
        </p:txBody>
      </p:sp>
    </p:spTree>
    <p:extLst>
      <p:ext uri="{BB962C8B-B14F-4D97-AF65-F5344CB8AC3E}">
        <p14:creationId xmlns:p14="http://schemas.microsoft.com/office/powerpoint/2010/main" val="23843073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226</Words>
  <Application>Microsoft Office PowerPoint</Application>
  <PresentationFormat>Widescreen</PresentationFormat>
  <Paragraphs>67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Renata de Lara Muylaert</dc:creator>
  <cp:lastModifiedBy>Renata de Lara Muylaert</cp:lastModifiedBy>
  <cp:revision>7</cp:revision>
  <dcterms:created xsi:type="dcterms:W3CDTF">2025-04-17T22:31:16Z</dcterms:created>
  <dcterms:modified xsi:type="dcterms:W3CDTF">2025-04-23T04:33:38Z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2025-04-17T23:15:45Z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07064134-f2bc-4b94-9884-e20e30c048ed</vt:lpwstr>
  </property>
  <property fmtid="{D5CDD505-2E9C-101B-9397-08002B2CF9AE}" pid="8" name="MSIP_Label_bd9e4d68-54d0-40a5-8c9a-85a36c87352c_ContentBits">
    <vt:lpwstr>0</vt:lpwstr>
  </property>
  <property fmtid="{D5CDD505-2E9C-101B-9397-08002B2CF9AE}" pid="9" name="MSIP_Label_bd9e4d68-54d0-40a5-8c9a-85a36c87352c_Tag">
    <vt:lpwstr>10, 3, 0, 1</vt:lpwstr>
  </property>
</Properties>
</file>