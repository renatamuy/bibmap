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C949"/>
    <a:srgbClr val="C04F15"/>
    <a:srgbClr val="7F9F32"/>
    <a:srgbClr val="A7B8C6"/>
    <a:srgbClr val="B6C3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99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04C136-E3DB-4604-8B0A-F580EE3D7D2C}" type="doc">
      <dgm:prSet loTypeId="urn:microsoft.com/office/officeart/2008/layout/HorizontalMultiLevelHierarchy" loCatId="hierarchy" qsTypeId="urn:microsoft.com/office/officeart/2005/8/quickstyle/simple3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62A829ED-FD4F-40B8-B971-943172E13222}">
      <dgm:prSet phldrT="[Texto]" custT="1"/>
      <dgm:spPr/>
      <dgm:t>
        <a:bodyPr/>
        <a:lstStyle/>
        <a:p>
          <a:pPr algn="l"/>
          <a:r>
            <a:rPr lang="en-US" sz="3200" dirty="0"/>
            <a:t>  In the dark</a:t>
          </a:r>
        </a:p>
      </dgm:t>
    </dgm:pt>
    <dgm:pt modelId="{290A364A-F0C4-44AA-8020-0B356508D99C}" type="parTrans" cxnId="{0FCC66BD-DD14-48C9-883B-F58C8506BFA3}">
      <dgm:prSet/>
      <dgm:spPr/>
      <dgm:t>
        <a:bodyPr/>
        <a:lstStyle/>
        <a:p>
          <a:endParaRPr lang="en-US" sz="2800"/>
        </a:p>
      </dgm:t>
    </dgm:pt>
    <dgm:pt modelId="{57BD8E48-1BF6-4D68-AD24-A874E2EF2B10}" type="sibTrans" cxnId="{0FCC66BD-DD14-48C9-883B-F58C8506BFA3}">
      <dgm:prSet/>
      <dgm:spPr/>
      <dgm:t>
        <a:bodyPr/>
        <a:lstStyle/>
        <a:p>
          <a:endParaRPr lang="en-US" sz="2800"/>
        </a:p>
      </dgm:t>
    </dgm:pt>
    <dgm:pt modelId="{5A02824C-2A9A-4259-A1DC-1D93E0D196CE}">
      <dgm:prSet phldrT="[Texto]" custT="1"/>
      <dgm:spPr/>
      <dgm:t>
        <a:bodyPr/>
        <a:lstStyle/>
        <a:p>
          <a:r>
            <a:rPr lang="en-US" sz="1200" b="1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Nodes</a:t>
          </a:r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</a:t>
          </a:r>
        </a:p>
        <a:p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Keystone SE nodes </a:t>
          </a:r>
          <a:endParaRPr lang="en-US" sz="1200" dirty="0"/>
        </a:p>
      </dgm:t>
    </dgm:pt>
    <dgm:pt modelId="{F3CFB623-3A8E-4827-BAF6-3DE4CEDCF5F2}" type="parTrans" cxnId="{5CF17B1F-418A-4590-9C96-8CFD352A12B9}">
      <dgm:prSet custT="1"/>
      <dgm:spPr/>
      <dgm:t>
        <a:bodyPr/>
        <a:lstStyle/>
        <a:p>
          <a:endParaRPr lang="en-US" sz="800"/>
        </a:p>
      </dgm:t>
    </dgm:pt>
    <dgm:pt modelId="{7D48EA3D-2F0F-412F-8991-F0356481C4C5}" type="sibTrans" cxnId="{5CF17B1F-418A-4590-9C96-8CFD352A12B9}">
      <dgm:prSet/>
      <dgm:spPr/>
      <dgm:t>
        <a:bodyPr/>
        <a:lstStyle/>
        <a:p>
          <a:endParaRPr lang="en-US" sz="2800"/>
        </a:p>
      </dgm:t>
    </dgm:pt>
    <dgm:pt modelId="{E9A00279-1835-48C0-AA56-3DA5A3589EFA}">
      <dgm:prSet phldrT="[Texto]" custT="1"/>
      <dgm:spPr/>
      <dgm:t>
        <a:bodyPr/>
        <a:lstStyle/>
        <a:p>
          <a:r>
            <a:rPr lang="en-US" sz="1200" b="1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Links</a:t>
          </a:r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 </a:t>
          </a:r>
        </a:p>
        <a:p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Duality of interactions</a:t>
          </a:r>
        </a:p>
        <a:p>
          <a:r>
            <a:rPr lang="en-US" sz="1200" dirty="0"/>
            <a:t>Hidden interactions</a:t>
          </a:r>
        </a:p>
        <a:p>
          <a:r>
            <a:rPr lang="en-US" sz="1200" dirty="0"/>
            <a:t>Forbidden interactions</a:t>
          </a:r>
        </a:p>
      </dgm:t>
    </dgm:pt>
    <dgm:pt modelId="{7AFD8B8D-C01F-4120-97F5-90D93C15CE1A}" type="parTrans" cxnId="{6EE809BE-29CE-4E3B-8E6D-F1A66DDEFE92}">
      <dgm:prSet custT="1"/>
      <dgm:spPr/>
      <dgm:t>
        <a:bodyPr/>
        <a:lstStyle/>
        <a:p>
          <a:endParaRPr lang="en-US" sz="800"/>
        </a:p>
      </dgm:t>
    </dgm:pt>
    <dgm:pt modelId="{721DBB70-B5BC-4E90-9DEC-EF8C4D2E0938}" type="sibTrans" cxnId="{6EE809BE-29CE-4E3B-8E6D-F1A66DDEFE92}">
      <dgm:prSet/>
      <dgm:spPr/>
      <dgm:t>
        <a:bodyPr/>
        <a:lstStyle/>
        <a:p>
          <a:endParaRPr lang="en-US" sz="2800"/>
        </a:p>
      </dgm:t>
    </dgm:pt>
    <dgm:pt modelId="{44EDC1DD-C300-4E54-803F-87520AA1BD36}">
      <dgm:prSet phldrT="[Texto]" custT="1"/>
      <dgm:spPr/>
      <dgm:t>
        <a:bodyPr/>
        <a:lstStyle/>
        <a:p>
          <a:r>
            <a:rPr lang="en-US" sz="1200" b="1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External</a:t>
          </a:r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</a:t>
          </a:r>
        </a:p>
        <a:p>
          <a:r>
            <a:rPr lang="en-US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 Environmental effects on SENs</a:t>
          </a:r>
          <a:endParaRPr lang="en-US" sz="1200" dirty="0"/>
        </a:p>
      </dgm:t>
    </dgm:pt>
    <dgm:pt modelId="{D3CB173D-7BF8-4F2D-A016-DEC7B5A62B61}" type="parTrans" cxnId="{7EE8FDAA-150E-4557-ACDE-E35DC05D7415}">
      <dgm:prSet custT="1"/>
      <dgm:spPr/>
      <dgm:t>
        <a:bodyPr/>
        <a:lstStyle/>
        <a:p>
          <a:endParaRPr lang="en-US" sz="800"/>
        </a:p>
      </dgm:t>
    </dgm:pt>
    <dgm:pt modelId="{DB569AB6-9057-49B3-9A53-FA1D032A545F}" type="sibTrans" cxnId="{7EE8FDAA-150E-4557-ACDE-E35DC05D7415}">
      <dgm:prSet/>
      <dgm:spPr/>
      <dgm:t>
        <a:bodyPr/>
        <a:lstStyle/>
        <a:p>
          <a:endParaRPr lang="en-US" sz="2800"/>
        </a:p>
      </dgm:t>
    </dgm:pt>
    <dgm:pt modelId="{5AFC1CEC-D6AF-4AB3-A612-BBCBD6311CC9}">
      <dgm:prSet custT="1"/>
      <dgm:spPr/>
      <dgm:t>
        <a:bodyPr/>
        <a:lstStyle/>
        <a:p>
          <a:r>
            <a:rPr lang="en-US" sz="1200" b="1" dirty="0"/>
            <a:t>Networks</a:t>
          </a:r>
          <a:r>
            <a:rPr lang="en-US" sz="1200" dirty="0"/>
            <a:t>:</a:t>
          </a:r>
        </a:p>
        <a:p>
          <a:r>
            <a:rPr lang="en-US" sz="1200" dirty="0"/>
            <a:t>Emergent properties</a:t>
          </a:r>
        </a:p>
      </dgm:t>
    </dgm:pt>
    <dgm:pt modelId="{0A85D968-3940-4A3D-B08B-4450F5342AE4}" type="parTrans" cxnId="{7D91BF8A-9B8A-4823-96C6-803A0CF8D667}">
      <dgm:prSet custT="1"/>
      <dgm:spPr/>
      <dgm:t>
        <a:bodyPr/>
        <a:lstStyle/>
        <a:p>
          <a:endParaRPr lang="en-US" sz="800"/>
        </a:p>
      </dgm:t>
    </dgm:pt>
    <dgm:pt modelId="{696E0760-A676-4A87-85B8-5D2F9925FE6C}" type="sibTrans" cxnId="{7D91BF8A-9B8A-4823-96C6-803A0CF8D667}">
      <dgm:prSet/>
      <dgm:spPr/>
      <dgm:t>
        <a:bodyPr/>
        <a:lstStyle/>
        <a:p>
          <a:endParaRPr lang="en-US" sz="2800"/>
        </a:p>
      </dgm:t>
    </dgm:pt>
    <dgm:pt modelId="{99B24464-B808-4FB1-B8F7-C8C8A74E9248}">
      <dgm:prSet custT="1"/>
      <dgm:spPr/>
      <dgm:t>
        <a:bodyPr/>
        <a:lstStyle/>
        <a:p>
          <a:r>
            <a:rPr lang="en-US" sz="1200" dirty="0"/>
            <a:t>Robustness, Flow betweenness, Hierarchy  centralization, Modularity  and participation, </a:t>
          </a:r>
          <a:r>
            <a:rPr lang="en-US" sz="1200" dirty="0" err="1"/>
            <a:t>assortativity</a:t>
          </a:r>
          <a:r>
            <a:rPr lang="en-US" sz="1200" dirty="0"/>
            <a:t>   </a:t>
          </a:r>
        </a:p>
      </dgm:t>
    </dgm:pt>
    <dgm:pt modelId="{01ED0C38-A515-4F42-8FC1-A0EEE31B7FB3}" type="parTrans" cxnId="{534FFE10-F3F8-4889-A969-E419A4B0C2E8}">
      <dgm:prSet custT="1"/>
      <dgm:spPr/>
      <dgm:t>
        <a:bodyPr/>
        <a:lstStyle/>
        <a:p>
          <a:endParaRPr lang="en-US" sz="800"/>
        </a:p>
      </dgm:t>
    </dgm:pt>
    <dgm:pt modelId="{F185B2D4-EE89-4114-A374-D5BAE80C5172}" type="sibTrans" cxnId="{534FFE10-F3F8-4889-A969-E419A4B0C2E8}">
      <dgm:prSet/>
      <dgm:spPr/>
      <dgm:t>
        <a:bodyPr/>
        <a:lstStyle/>
        <a:p>
          <a:endParaRPr lang="en-US" sz="2800"/>
        </a:p>
      </dgm:t>
    </dgm:pt>
    <dgm:pt modelId="{79F074C6-D9AC-4B6B-8C1E-F712727C7EEA}">
      <dgm:prSet custT="1"/>
      <dgm:spPr/>
      <dgm:t>
        <a:bodyPr/>
        <a:lstStyle/>
        <a:p>
          <a:r>
            <a:rPr lang="en-US" sz="1000" dirty="0"/>
            <a:t>Linear models, Mixed-effects models (GLMMs, GAMMs), Spatial autoregressive models (SAR), Bayesian models, Latent space models,  Exponential Random Graph Models (ERGMs), Machine Learning models, Multivariate tests.</a:t>
          </a:r>
        </a:p>
      </dgm:t>
    </dgm:pt>
    <dgm:pt modelId="{6CAAAB95-5B85-455E-AF18-35E2BF493D19}" type="parTrans" cxnId="{6E4170E9-9BC0-47D9-BCDD-3A08CC26A1B2}">
      <dgm:prSet custT="1"/>
      <dgm:spPr/>
      <dgm:t>
        <a:bodyPr/>
        <a:lstStyle/>
        <a:p>
          <a:endParaRPr lang="en-US" sz="600"/>
        </a:p>
      </dgm:t>
    </dgm:pt>
    <dgm:pt modelId="{FE814CAE-C08F-4A4D-BA4A-08E47E2EC8D1}" type="sibTrans" cxnId="{6E4170E9-9BC0-47D9-BCDD-3A08CC26A1B2}">
      <dgm:prSet/>
      <dgm:spPr/>
      <dgm:t>
        <a:bodyPr/>
        <a:lstStyle/>
        <a:p>
          <a:endParaRPr lang="en-US" sz="2000"/>
        </a:p>
      </dgm:t>
    </dgm:pt>
    <dgm:pt modelId="{0BAB9EBB-8ACD-4D6D-87C0-D85DE6A19307}">
      <dgm:prSet custT="1"/>
      <dgm:spPr/>
      <dgm:t>
        <a:bodyPr/>
        <a:lstStyle/>
        <a:p>
          <a:r>
            <a:rPr lang="en-US" sz="1400" dirty="0"/>
            <a:t>Degree, centrality, clustering, temporal activity, functional roles</a:t>
          </a:r>
        </a:p>
      </dgm:t>
    </dgm:pt>
    <dgm:pt modelId="{1B9228CD-97F5-4361-B4C4-0EF155B81EAB}" type="parTrans" cxnId="{EFFFDE84-D319-4BE7-96A1-739F184C03B3}">
      <dgm:prSet custT="1"/>
      <dgm:spPr/>
      <dgm:t>
        <a:bodyPr/>
        <a:lstStyle/>
        <a:p>
          <a:endParaRPr lang="en-US" sz="600"/>
        </a:p>
      </dgm:t>
    </dgm:pt>
    <dgm:pt modelId="{EFB8C872-AF6C-4F14-9191-79D4D6B3B087}" type="sibTrans" cxnId="{EFFFDE84-D319-4BE7-96A1-739F184C03B3}">
      <dgm:prSet/>
      <dgm:spPr/>
      <dgm:t>
        <a:bodyPr/>
        <a:lstStyle/>
        <a:p>
          <a:endParaRPr lang="en-US" sz="2000"/>
        </a:p>
      </dgm:t>
    </dgm:pt>
    <dgm:pt modelId="{16142CF1-08DA-41E5-A920-C90D6E465EEB}">
      <dgm:prSet custT="1"/>
      <dgm:spPr/>
      <dgm:t>
        <a:bodyPr/>
        <a:lstStyle/>
        <a:p>
          <a:r>
            <a:rPr lang="en-US" sz="1400" dirty="0"/>
            <a:t>Interaction strength, hub scores, node centrality</a:t>
          </a:r>
        </a:p>
      </dgm:t>
    </dgm:pt>
    <dgm:pt modelId="{193CB18E-47AB-4B5D-8BB9-7DA80389F982}" type="parTrans" cxnId="{3A76C34A-C7FE-4B07-82E1-99B2B7EF672C}">
      <dgm:prSet custT="1"/>
      <dgm:spPr/>
      <dgm:t>
        <a:bodyPr/>
        <a:lstStyle/>
        <a:p>
          <a:endParaRPr lang="en-US" sz="600"/>
        </a:p>
      </dgm:t>
    </dgm:pt>
    <dgm:pt modelId="{26D6CF93-3E40-4BD0-B855-B63BCFC75D82}" type="sibTrans" cxnId="{3A76C34A-C7FE-4B07-82E1-99B2B7EF672C}">
      <dgm:prSet/>
      <dgm:spPr/>
      <dgm:t>
        <a:bodyPr/>
        <a:lstStyle/>
        <a:p>
          <a:endParaRPr lang="en-US" sz="2000"/>
        </a:p>
      </dgm:t>
    </dgm:pt>
    <dgm:pt modelId="{D1965DAF-1AD6-495A-BFD5-EA73E62C334C}" type="pres">
      <dgm:prSet presAssocID="{7E04C136-E3DB-4604-8B0A-F580EE3D7D2C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774BD93-8F5B-4621-8148-CEAF9AC40475}" type="pres">
      <dgm:prSet presAssocID="{62A829ED-FD4F-40B8-B971-943172E13222}" presName="root1" presStyleCnt="0"/>
      <dgm:spPr/>
    </dgm:pt>
    <dgm:pt modelId="{C103BF98-DE69-42FD-A0FF-1E68C5D8827B}" type="pres">
      <dgm:prSet presAssocID="{62A829ED-FD4F-40B8-B971-943172E13222}" presName="LevelOneTextNode" presStyleLbl="node0" presStyleIdx="0" presStyleCnt="1" custScaleY="78710" custLinFactNeighborY="109">
        <dgm:presLayoutVars>
          <dgm:chPref val="3"/>
        </dgm:presLayoutVars>
      </dgm:prSet>
      <dgm:spPr/>
    </dgm:pt>
    <dgm:pt modelId="{8076255A-0584-4783-8AA0-3FA331CF6CD3}" type="pres">
      <dgm:prSet presAssocID="{62A829ED-FD4F-40B8-B971-943172E13222}" presName="level2hierChild" presStyleCnt="0"/>
      <dgm:spPr/>
    </dgm:pt>
    <dgm:pt modelId="{85B05554-A471-4F55-AEF2-C52CC4771999}" type="pres">
      <dgm:prSet presAssocID="{F3CFB623-3A8E-4827-BAF6-3DE4CEDCF5F2}" presName="conn2-1" presStyleLbl="parChTrans1D2" presStyleIdx="0" presStyleCnt="4"/>
      <dgm:spPr/>
    </dgm:pt>
    <dgm:pt modelId="{BE9E4EAF-87C2-4193-85CB-E30F8B6C5CAC}" type="pres">
      <dgm:prSet presAssocID="{F3CFB623-3A8E-4827-BAF6-3DE4CEDCF5F2}" presName="connTx" presStyleLbl="parChTrans1D2" presStyleIdx="0" presStyleCnt="4"/>
      <dgm:spPr/>
    </dgm:pt>
    <dgm:pt modelId="{D5A782EC-F4F7-4010-AF33-B2F35592ECE6}" type="pres">
      <dgm:prSet presAssocID="{5A02824C-2A9A-4259-A1DC-1D93E0D196CE}" presName="root2" presStyleCnt="0"/>
      <dgm:spPr/>
    </dgm:pt>
    <dgm:pt modelId="{EBFAE0A7-EC43-46BC-AEDB-A248ABA7BE2E}" type="pres">
      <dgm:prSet presAssocID="{5A02824C-2A9A-4259-A1DC-1D93E0D196CE}" presName="LevelTwoTextNode" presStyleLbl="node2" presStyleIdx="0" presStyleCnt="4">
        <dgm:presLayoutVars>
          <dgm:chPref val="3"/>
        </dgm:presLayoutVars>
      </dgm:prSet>
      <dgm:spPr/>
    </dgm:pt>
    <dgm:pt modelId="{DC8919B6-F1BF-42F7-A89D-9E28E8500F36}" type="pres">
      <dgm:prSet presAssocID="{5A02824C-2A9A-4259-A1DC-1D93E0D196CE}" presName="level3hierChild" presStyleCnt="0"/>
      <dgm:spPr/>
    </dgm:pt>
    <dgm:pt modelId="{6AEF020B-4F93-4EE2-A457-C3C4C4272772}" type="pres">
      <dgm:prSet presAssocID="{193CB18E-47AB-4B5D-8BB9-7DA80389F982}" presName="conn2-1" presStyleLbl="parChTrans1D3" presStyleIdx="0" presStyleCnt="4"/>
      <dgm:spPr/>
    </dgm:pt>
    <dgm:pt modelId="{B2E00887-38FA-4EB6-A42C-AB058A2B35AE}" type="pres">
      <dgm:prSet presAssocID="{193CB18E-47AB-4B5D-8BB9-7DA80389F982}" presName="connTx" presStyleLbl="parChTrans1D3" presStyleIdx="0" presStyleCnt="4"/>
      <dgm:spPr/>
    </dgm:pt>
    <dgm:pt modelId="{144ACB35-D2F9-4750-B1C7-8C691217291E}" type="pres">
      <dgm:prSet presAssocID="{16142CF1-08DA-41E5-A920-C90D6E465EEB}" presName="root2" presStyleCnt="0"/>
      <dgm:spPr/>
    </dgm:pt>
    <dgm:pt modelId="{E2C85FAF-8312-4D20-97EA-5058640E81B9}" type="pres">
      <dgm:prSet presAssocID="{16142CF1-08DA-41E5-A920-C90D6E465EEB}" presName="LevelTwoTextNode" presStyleLbl="node3" presStyleIdx="0" presStyleCnt="4">
        <dgm:presLayoutVars>
          <dgm:chPref val="3"/>
        </dgm:presLayoutVars>
      </dgm:prSet>
      <dgm:spPr/>
    </dgm:pt>
    <dgm:pt modelId="{29CFB293-288E-4CEC-AFDE-1B4E43AD8DFE}" type="pres">
      <dgm:prSet presAssocID="{16142CF1-08DA-41E5-A920-C90D6E465EEB}" presName="level3hierChild" presStyleCnt="0"/>
      <dgm:spPr/>
    </dgm:pt>
    <dgm:pt modelId="{7F193AC7-8E5F-4E1C-8411-0B31171E85DD}" type="pres">
      <dgm:prSet presAssocID="{7AFD8B8D-C01F-4120-97F5-90D93C15CE1A}" presName="conn2-1" presStyleLbl="parChTrans1D2" presStyleIdx="1" presStyleCnt="4"/>
      <dgm:spPr/>
    </dgm:pt>
    <dgm:pt modelId="{57DF160F-7180-4692-BCA4-860F38EB55AC}" type="pres">
      <dgm:prSet presAssocID="{7AFD8B8D-C01F-4120-97F5-90D93C15CE1A}" presName="connTx" presStyleLbl="parChTrans1D2" presStyleIdx="1" presStyleCnt="4"/>
      <dgm:spPr/>
    </dgm:pt>
    <dgm:pt modelId="{ECFE6973-04C0-4D49-A52E-3DC008E3EE9F}" type="pres">
      <dgm:prSet presAssocID="{E9A00279-1835-48C0-AA56-3DA5A3589EFA}" presName="root2" presStyleCnt="0"/>
      <dgm:spPr/>
    </dgm:pt>
    <dgm:pt modelId="{91EB27A9-225E-4475-8134-F2914916566B}" type="pres">
      <dgm:prSet presAssocID="{E9A00279-1835-48C0-AA56-3DA5A3589EFA}" presName="LevelTwoTextNode" presStyleLbl="node2" presStyleIdx="1" presStyleCnt="4">
        <dgm:presLayoutVars>
          <dgm:chPref val="3"/>
        </dgm:presLayoutVars>
      </dgm:prSet>
      <dgm:spPr/>
    </dgm:pt>
    <dgm:pt modelId="{48910D61-C185-4F07-A0B8-7C8B5180E580}" type="pres">
      <dgm:prSet presAssocID="{E9A00279-1835-48C0-AA56-3DA5A3589EFA}" presName="level3hierChild" presStyleCnt="0"/>
      <dgm:spPr/>
    </dgm:pt>
    <dgm:pt modelId="{AF43F575-F955-40A1-8541-2E4A7D76B89D}" type="pres">
      <dgm:prSet presAssocID="{1B9228CD-97F5-4361-B4C4-0EF155B81EAB}" presName="conn2-1" presStyleLbl="parChTrans1D3" presStyleIdx="1" presStyleCnt="4"/>
      <dgm:spPr/>
    </dgm:pt>
    <dgm:pt modelId="{28418AFB-A4D5-468D-AA81-3F66CA82CCE8}" type="pres">
      <dgm:prSet presAssocID="{1B9228CD-97F5-4361-B4C4-0EF155B81EAB}" presName="connTx" presStyleLbl="parChTrans1D3" presStyleIdx="1" presStyleCnt="4"/>
      <dgm:spPr/>
    </dgm:pt>
    <dgm:pt modelId="{7A8114F4-8714-4DBC-B482-47179BDA13CC}" type="pres">
      <dgm:prSet presAssocID="{0BAB9EBB-8ACD-4D6D-87C0-D85DE6A19307}" presName="root2" presStyleCnt="0"/>
      <dgm:spPr/>
    </dgm:pt>
    <dgm:pt modelId="{D7BAC263-FBDB-4FBF-B3FC-32AE2E8B8E8F}" type="pres">
      <dgm:prSet presAssocID="{0BAB9EBB-8ACD-4D6D-87C0-D85DE6A19307}" presName="LevelTwoTextNode" presStyleLbl="node3" presStyleIdx="1" presStyleCnt="4">
        <dgm:presLayoutVars>
          <dgm:chPref val="3"/>
        </dgm:presLayoutVars>
      </dgm:prSet>
      <dgm:spPr/>
    </dgm:pt>
    <dgm:pt modelId="{CF6FB5CF-37CF-4224-8221-55B0C8ABFCDC}" type="pres">
      <dgm:prSet presAssocID="{0BAB9EBB-8ACD-4D6D-87C0-D85DE6A19307}" presName="level3hierChild" presStyleCnt="0"/>
      <dgm:spPr/>
    </dgm:pt>
    <dgm:pt modelId="{D174CA3A-D3A7-4B81-BC58-48270F6A76BF}" type="pres">
      <dgm:prSet presAssocID="{D3CB173D-7BF8-4F2D-A016-DEC7B5A62B61}" presName="conn2-1" presStyleLbl="parChTrans1D2" presStyleIdx="2" presStyleCnt="4"/>
      <dgm:spPr/>
    </dgm:pt>
    <dgm:pt modelId="{73F88125-FD80-4BA5-839C-BE1F32A8D477}" type="pres">
      <dgm:prSet presAssocID="{D3CB173D-7BF8-4F2D-A016-DEC7B5A62B61}" presName="connTx" presStyleLbl="parChTrans1D2" presStyleIdx="2" presStyleCnt="4"/>
      <dgm:spPr/>
    </dgm:pt>
    <dgm:pt modelId="{0265516A-5567-4C07-A1B1-FD23A1B070D9}" type="pres">
      <dgm:prSet presAssocID="{44EDC1DD-C300-4E54-803F-87520AA1BD36}" presName="root2" presStyleCnt="0"/>
      <dgm:spPr/>
    </dgm:pt>
    <dgm:pt modelId="{1837CFA3-69E2-4953-861A-D966747FB726}" type="pres">
      <dgm:prSet presAssocID="{44EDC1DD-C300-4E54-803F-87520AA1BD36}" presName="LevelTwoTextNode" presStyleLbl="node2" presStyleIdx="2" presStyleCnt="4">
        <dgm:presLayoutVars>
          <dgm:chPref val="3"/>
        </dgm:presLayoutVars>
      </dgm:prSet>
      <dgm:spPr/>
    </dgm:pt>
    <dgm:pt modelId="{ABBE427C-4D6B-4A73-B98B-36DF99B0D729}" type="pres">
      <dgm:prSet presAssocID="{44EDC1DD-C300-4E54-803F-87520AA1BD36}" presName="level3hierChild" presStyleCnt="0"/>
      <dgm:spPr/>
    </dgm:pt>
    <dgm:pt modelId="{FB72AF7A-E57B-40AC-85EA-FB5F7E563664}" type="pres">
      <dgm:prSet presAssocID="{6CAAAB95-5B85-455E-AF18-35E2BF493D19}" presName="conn2-1" presStyleLbl="parChTrans1D3" presStyleIdx="2" presStyleCnt="4"/>
      <dgm:spPr/>
    </dgm:pt>
    <dgm:pt modelId="{5B99E3ED-EC34-4E07-A979-1398AD5BF1D7}" type="pres">
      <dgm:prSet presAssocID="{6CAAAB95-5B85-455E-AF18-35E2BF493D19}" presName="connTx" presStyleLbl="parChTrans1D3" presStyleIdx="2" presStyleCnt="4"/>
      <dgm:spPr/>
    </dgm:pt>
    <dgm:pt modelId="{26DDA922-AF98-4ED0-AE14-A774A7D8907A}" type="pres">
      <dgm:prSet presAssocID="{79F074C6-D9AC-4B6B-8C1E-F712727C7EEA}" presName="root2" presStyleCnt="0"/>
      <dgm:spPr/>
    </dgm:pt>
    <dgm:pt modelId="{A43DB03B-DA94-4861-8E0F-86D681A59063}" type="pres">
      <dgm:prSet presAssocID="{79F074C6-D9AC-4B6B-8C1E-F712727C7EEA}" presName="LevelTwoTextNode" presStyleLbl="node3" presStyleIdx="2" presStyleCnt="4">
        <dgm:presLayoutVars>
          <dgm:chPref val="3"/>
        </dgm:presLayoutVars>
      </dgm:prSet>
      <dgm:spPr/>
    </dgm:pt>
    <dgm:pt modelId="{04848DC5-412C-482E-8427-6D2DDE577B12}" type="pres">
      <dgm:prSet presAssocID="{79F074C6-D9AC-4B6B-8C1E-F712727C7EEA}" presName="level3hierChild" presStyleCnt="0"/>
      <dgm:spPr/>
    </dgm:pt>
    <dgm:pt modelId="{22B2AD84-9C84-4C55-BDB2-EF1726C085E2}" type="pres">
      <dgm:prSet presAssocID="{0A85D968-3940-4A3D-B08B-4450F5342AE4}" presName="conn2-1" presStyleLbl="parChTrans1D2" presStyleIdx="3" presStyleCnt="4"/>
      <dgm:spPr/>
    </dgm:pt>
    <dgm:pt modelId="{48C622AE-9026-43BF-BDCD-E7306ACFCD19}" type="pres">
      <dgm:prSet presAssocID="{0A85D968-3940-4A3D-B08B-4450F5342AE4}" presName="connTx" presStyleLbl="parChTrans1D2" presStyleIdx="3" presStyleCnt="4"/>
      <dgm:spPr/>
    </dgm:pt>
    <dgm:pt modelId="{6E06B90B-2752-4A56-8570-1C723A54F21D}" type="pres">
      <dgm:prSet presAssocID="{5AFC1CEC-D6AF-4AB3-A612-BBCBD6311CC9}" presName="root2" presStyleCnt="0"/>
      <dgm:spPr/>
    </dgm:pt>
    <dgm:pt modelId="{0E78CC75-2843-4CFD-9E4C-02D318D8501F}" type="pres">
      <dgm:prSet presAssocID="{5AFC1CEC-D6AF-4AB3-A612-BBCBD6311CC9}" presName="LevelTwoTextNode" presStyleLbl="node2" presStyleIdx="3" presStyleCnt="4">
        <dgm:presLayoutVars>
          <dgm:chPref val="3"/>
        </dgm:presLayoutVars>
      </dgm:prSet>
      <dgm:spPr/>
    </dgm:pt>
    <dgm:pt modelId="{A170B2EE-927E-4F4C-8978-C343B9730F75}" type="pres">
      <dgm:prSet presAssocID="{5AFC1CEC-D6AF-4AB3-A612-BBCBD6311CC9}" presName="level3hierChild" presStyleCnt="0"/>
      <dgm:spPr/>
    </dgm:pt>
    <dgm:pt modelId="{92B9C15E-9F4E-4A11-9F85-ACDE0755EB14}" type="pres">
      <dgm:prSet presAssocID="{01ED0C38-A515-4F42-8FC1-A0EEE31B7FB3}" presName="conn2-1" presStyleLbl="parChTrans1D3" presStyleIdx="3" presStyleCnt="4"/>
      <dgm:spPr/>
    </dgm:pt>
    <dgm:pt modelId="{73C1A046-C2FC-4CDB-85BF-270B4AD660DF}" type="pres">
      <dgm:prSet presAssocID="{01ED0C38-A515-4F42-8FC1-A0EEE31B7FB3}" presName="connTx" presStyleLbl="parChTrans1D3" presStyleIdx="3" presStyleCnt="4"/>
      <dgm:spPr/>
    </dgm:pt>
    <dgm:pt modelId="{9A33D066-9530-4F4F-BED7-1244E2686075}" type="pres">
      <dgm:prSet presAssocID="{99B24464-B808-4FB1-B8F7-C8C8A74E9248}" presName="root2" presStyleCnt="0"/>
      <dgm:spPr/>
    </dgm:pt>
    <dgm:pt modelId="{3778D2AE-E489-4461-A25F-0631E6BA0E51}" type="pres">
      <dgm:prSet presAssocID="{99B24464-B808-4FB1-B8F7-C8C8A74E9248}" presName="LevelTwoTextNode" presStyleLbl="node3" presStyleIdx="3" presStyleCnt="4">
        <dgm:presLayoutVars>
          <dgm:chPref val="3"/>
        </dgm:presLayoutVars>
      </dgm:prSet>
      <dgm:spPr/>
    </dgm:pt>
    <dgm:pt modelId="{0B8CCF4E-0EA6-4F1D-8D16-5554A964AAD6}" type="pres">
      <dgm:prSet presAssocID="{99B24464-B808-4FB1-B8F7-C8C8A74E9248}" presName="level3hierChild" presStyleCnt="0"/>
      <dgm:spPr/>
    </dgm:pt>
  </dgm:ptLst>
  <dgm:cxnLst>
    <dgm:cxn modelId="{534FFE10-F3F8-4889-A969-E419A4B0C2E8}" srcId="{5AFC1CEC-D6AF-4AB3-A612-BBCBD6311CC9}" destId="{99B24464-B808-4FB1-B8F7-C8C8A74E9248}" srcOrd="0" destOrd="0" parTransId="{01ED0C38-A515-4F42-8FC1-A0EEE31B7FB3}" sibTransId="{F185B2D4-EE89-4114-A374-D5BAE80C5172}"/>
    <dgm:cxn modelId="{0B7CF214-1084-426B-B9D3-AE4E3306F35E}" type="presOf" srcId="{0A85D968-3940-4A3D-B08B-4450F5342AE4}" destId="{48C622AE-9026-43BF-BDCD-E7306ACFCD19}" srcOrd="1" destOrd="0" presId="urn:microsoft.com/office/officeart/2008/layout/HorizontalMultiLevelHierarchy"/>
    <dgm:cxn modelId="{5CF17B1F-418A-4590-9C96-8CFD352A12B9}" srcId="{62A829ED-FD4F-40B8-B971-943172E13222}" destId="{5A02824C-2A9A-4259-A1DC-1D93E0D196CE}" srcOrd="0" destOrd="0" parTransId="{F3CFB623-3A8E-4827-BAF6-3DE4CEDCF5F2}" sibTransId="{7D48EA3D-2F0F-412F-8991-F0356481C4C5}"/>
    <dgm:cxn modelId="{32F24A3B-7E66-4396-B759-2D299C8C822D}" type="presOf" srcId="{01ED0C38-A515-4F42-8FC1-A0EEE31B7FB3}" destId="{92B9C15E-9F4E-4A11-9F85-ACDE0755EB14}" srcOrd="0" destOrd="0" presId="urn:microsoft.com/office/officeart/2008/layout/HorizontalMultiLevelHierarchy"/>
    <dgm:cxn modelId="{312B7B67-19C0-46A1-B5CC-297A706D04AF}" type="presOf" srcId="{79F074C6-D9AC-4B6B-8C1E-F712727C7EEA}" destId="{A43DB03B-DA94-4861-8E0F-86D681A59063}" srcOrd="0" destOrd="0" presId="urn:microsoft.com/office/officeart/2008/layout/HorizontalMultiLevelHierarchy"/>
    <dgm:cxn modelId="{C2EA7B69-8A5A-46F9-B428-1216737420F3}" type="presOf" srcId="{0BAB9EBB-8ACD-4D6D-87C0-D85DE6A19307}" destId="{D7BAC263-FBDB-4FBF-B3FC-32AE2E8B8E8F}" srcOrd="0" destOrd="0" presId="urn:microsoft.com/office/officeart/2008/layout/HorizontalMultiLevelHierarchy"/>
    <dgm:cxn modelId="{ACBFE769-1C0D-4A4F-A704-DD6429153BA9}" type="presOf" srcId="{7AFD8B8D-C01F-4120-97F5-90D93C15CE1A}" destId="{57DF160F-7180-4692-BCA4-860F38EB55AC}" srcOrd="1" destOrd="0" presId="urn:microsoft.com/office/officeart/2008/layout/HorizontalMultiLevelHierarchy"/>
    <dgm:cxn modelId="{5BAB086A-4E2C-4177-8AB4-DEA35865A65D}" type="presOf" srcId="{44EDC1DD-C300-4E54-803F-87520AA1BD36}" destId="{1837CFA3-69E2-4953-861A-D966747FB726}" srcOrd="0" destOrd="0" presId="urn:microsoft.com/office/officeart/2008/layout/HorizontalMultiLevelHierarchy"/>
    <dgm:cxn modelId="{3A76C34A-C7FE-4B07-82E1-99B2B7EF672C}" srcId="{5A02824C-2A9A-4259-A1DC-1D93E0D196CE}" destId="{16142CF1-08DA-41E5-A920-C90D6E465EEB}" srcOrd="0" destOrd="0" parTransId="{193CB18E-47AB-4B5D-8BB9-7DA80389F982}" sibTransId="{26D6CF93-3E40-4BD0-B855-B63BCFC75D82}"/>
    <dgm:cxn modelId="{57139C55-5EEA-443C-A4D9-BACFA9AC6535}" type="presOf" srcId="{F3CFB623-3A8E-4827-BAF6-3DE4CEDCF5F2}" destId="{BE9E4EAF-87C2-4193-85CB-E30F8B6C5CAC}" srcOrd="1" destOrd="0" presId="urn:microsoft.com/office/officeart/2008/layout/HorizontalMultiLevelHierarchy"/>
    <dgm:cxn modelId="{225EC756-FA24-4B37-B3BB-EF58C9F384DA}" type="presOf" srcId="{193CB18E-47AB-4B5D-8BB9-7DA80389F982}" destId="{B2E00887-38FA-4EB6-A42C-AB058A2B35AE}" srcOrd="1" destOrd="0" presId="urn:microsoft.com/office/officeart/2008/layout/HorizontalMultiLevelHierarchy"/>
    <dgm:cxn modelId="{3990ED76-1197-4A9B-B23E-A2BAE834757A}" type="presOf" srcId="{62A829ED-FD4F-40B8-B971-943172E13222}" destId="{C103BF98-DE69-42FD-A0FF-1E68C5D8827B}" srcOrd="0" destOrd="0" presId="urn:microsoft.com/office/officeart/2008/layout/HorizontalMultiLevelHierarchy"/>
    <dgm:cxn modelId="{594D4B59-9833-4199-843B-8B678FE87C3D}" type="presOf" srcId="{D3CB173D-7BF8-4F2D-A016-DEC7B5A62B61}" destId="{73F88125-FD80-4BA5-839C-BE1F32A8D477}" srcOrd="1" destOrd="0" presId="urn:microsoft.com/office/officeart/2008/layout/HorizontalMultiLevelHierarchy"/>
    <dgm:cxn modelId="{3C445D7D-B877-4940-911C-5C4B83D209F8}" type="presOf" srcId="{193CB18E-47AB-4B5D-8BB9-7DA80389F982}" destId="{6AEF020B-4F93-4EE2-A457-C3C4C4272772}" srcOrd="0" destOrd="0" presId="urn:microsoft.com/office/officeart/2008/layout/HorizontalMultiLevelHierarchy"/>
    <dgm:cxn modelId="{EFFFDE84-D319-4BE7-96A1-739F184C03B3}" srcId="{E9A00279-1835-48C0-AA56-3DA5A3589EFA}" destId="{0BAB9EBB-8ACD-4D6D-87C0-D85DE6A19307}" srcOrd="0" destOrd="0" parTransId="{1B9228CD-97F5-4361-B4C4-0EF155B81EAB}" sibTransId="{EFB8C872-AF6C-4F14-9191-79D4D6B3B087}"/>
    <dgm:cxn modelId="{7D91BF8A-9B8A-4823-96C6-803A0CF8D667}" srcId="{62A829ED-FD4F-40B8-B971-943172E13222}" destId="{5AFC1CEC-D6AF-4AB3-A612-BBCBD6311CC9}" srcOrd="3" destOrd="0" parTransId="{0A85D968-3940-4A3D-B08B-4450F5342AE4}" sibTransId="{696E0760-A676-4A87-85B8-5D2F9925FE6C}"/>
    <dgm:cxn modelId="{508AD0A0-816C-450D-8352-5B96AED8C3FC}" type="presOf" srcId="{7AFD8B8D-C01F-4120-97F5-90D93C15CE1A}" destId="{7F193AC7-8E5F-4E1C-8411-0B31171E85DD}" srcOrd="0" destOrd="0" presId="urn:microsoft.com/office/officeart/2008/layout/HorizontalMultiLevelHierarchy"/>
    <dgm:cxn modelId="{2DC9DFA0-0181-466E-AF8D-A920F3D26D6E}" type="presOf" srcId="{0A85D968-3940-4A3D-B08B-4450F5342AE4}" destId="{22B2AD84-9C84-4C55-BDB2-EF1726C085E2}" srcOrd="0" destOrd="0" presId="urn:microsoft.com/office/officeart/2008/layout/HorizontalMultiLevelHierarchy"/>
    <dgm:cxn modelId="{1C6E34AA-9AF8-4681-ADA2-6D5B03F0C84D}" type="presOf" srcId="{1B9228CD-97F5-4361-B4C4-0EF155B81EAB}" destId="{28418AFB-A4D5-468D-AA81-3F66CA82CCE8}" srcOrd="1" destOrd="0" presId="urn:microsoft.com/office/officeart/2008/layout/HorizontalMultiLevelHierarchy"/>
    <dgm:cxn modelId="{7EE8FDAA-150E-4557-ACDE-E35DC05D7415}" srcId="{62A829ED-FD4F-40B8-B971-943172E13222}" destId="{44EDC1DD-C300-4E54-803F-87520AA1BD36}" srcOrd="2" destOrd="0" parTransId="{D3CB173D-7BF8-4F2D-A016-DEC7B5A62B61}" sibTransId="{DB569AB6-9057-49B3-9A53-FA1D032A545F}"/>
    <dgm:cxn modelId="{0B6515AD-897F-438F-9C04-135650437F1C}" type="presOf" srcId="{01ED0C38-A515-4F42-8FC1-A0EEE31B7FB3}" destId="{73C1A046-C2FC-4CDB-85BF-270B4AD660DF}" srcOrd="1" destOrd="0" presId="urn:microsoft.com/office/officeart/2008/layout/HorizontalMultiLevelHierarchy"/>
    <dgm:cxn modelId="{31B1DDB3-217D-422D-9ED4-964A9B784CDF}" type="presOf" srcId="{6CAAAB95-5B85-455E-AF18-35E2BF493D19}" destId="{5B99E3ED-EC34-4E07-A979-1398AD5BF1D7}" srcOrd="1" destOrd="0" presId="urn:microsoft.com/office/officeart/2008/layout/HorizontalMultiLevelHierarchy"/>
    <dgm:cxn modelId="{0FCC66BD-DD14-48C9-883B-F58C8506BFA3}" srcId="{7E04C136-E3DB-4604-8B0A-F580EE3D7D2C}" destId="{62A829ED-FD4F-40B8-B971-943172E13222}" srcOrd="0" destOrd="0" parTransId="{290A364A-F0C4-44AA-8020-0B356508D99C}" sibTransId="{57BD8E48-1BF6-4D68-AD24-A874E2EF2B10}"/>
    <dgm:cxn modelId="{6EE809BE-29CE-4E3B-8E6D-F1A66DDEFE92}" srcId="{62A829ED-FD4F-40B8-B971-943172E13222}" destId="{E9A00279-1835-48C0-AA56-3DA5A3589EFA}" srcOrd="1" destOrd="0" parTransId="{7AFD8B8D-C01F-4120-97F5-90D93C15CE1A}" sibTransId="{721DBB70-B5BC-4E90-9DEC-EF8C4D2E0938}"/>
    <dgm:cxn modelId="{4C0251BF-1C11-49A1-950F-618294DF39E5}" type="presOf" srcId="{16142CF1-08DA-41E5-A920-C90D6E465EEB}" destId="{E2C85FAF-8312-4D20-97EA-5058640E81B9}" srcOrd="0" destOrd="0" presId="urn:microsoft.com/office/officeart/2008/layout/HorizontalMultiLevelHierarchy"/>
    <dgm:cxn modelId="{827A87CB-9413-4C3C-8137-F1BF3C28266C}" type="presOf" srcId="{1B9228CD-97F5-4361-B4C4-0EF155B81EAB}" destId="{AF43F575-F955-40A1-8541-2E4A7D76B89D}" srcOrd="0" destOrd="0" presId="urn:microsoft.com/office/officeart/2008/layout/HorizontalMultiLevelHierarchy"/>
    <dgm:cxn modelId="{8D396ED1-25BA-4AA5-945F-2E963C67CCCF}" type="presOf" srcId="{5AFC1CEC-D6AF-4AB3-A612-BBCBD6311CC9}" destId="{0E78CC75-2843-4CFD-9E4C-02D318D8501F}" srcOrd="0" destOrd="0" presId="urn:microsoft.com/office/officeart/2008/layout/HorizontalMultiLevelHierarchy"/>
    <dgm:cxn modelId="{BB31BBD5-4065-41F7-A45B-1636E107D330}" type="presOf" srcId="{7E04C136-E3DB-4604-8B0A-F580EE3D7D2C}" destId="{D1965DAF-1AD6-495A-BFD5-EA73E62C334C}" srcOrd="0" destOrd="0" presId="urn:microsoft.com/office/officeart/2008/layout/HorizontalMultiLevelHierarchy"/>
    <dgm:cxn modelId="{D54B61D9-A9EF-49A6-BEC6-D96921398520}" type="presOf" srcId="{E9A00279-1835-48C0-AA56-3DA5A3589EFA}" destId="{91EB27A9-225E-4475-8134-F2914916566B}" srcOrd="0" destOrd="0" presId="urn:microsoft.com/office/officeart/2008/layout/HorizontalMultiLevelHierarchy"/>
    <dgm:cxn modelId="{BD0B72DB-2800-40B0-AE87-DC37B1C1B415}" type="presOf" srcId="{D3CB173D-7BF8-4F2D-A016-DEC7B5A62B61}" destId="{D174CA3A-D3A7-4B81-BC58-48270F6A76BF}" srcOrd="0" destOrd="0" presId="urn:microsoft.com/office/officeart/2008/layout/HorizontalMultiLevelHierarchy"/>
    <dgm:cxn modelId="{791E41E1-5731-40A9-A46C-1510BB2E57A7}" type="presOf" srcId="{F3CFB623-3A8E-4827-BAF6-3DE4CEDCF5F2}" destId="{85B05554-A471-4F55-AEF2-C52CC4771999}" srcOrd="0" destOrd="0" presId="urn:microsoft.com/office/officeart/2008/layout/HorizontalMultiLevelHierarchy"/>
    <dgm:cxn modelId="{6E4170E9-9BC0-47D9-BCDD-3A08CC26A1B2}" srcId="{44EDC1DD-C300-4E54-803F-87520AA1BD36}" destId="{79F074C6-D9AC-4B6B-8C1E-F712727C7EEA}" srcOrd="0" destOrd="0" parTransId="{6CAAAB95-5B85-455E-AF18-35E2BF493D19}" sibTransId="{FE814CAE-C08F-4A4D-BA4A-08E47E2EC8D1}"/>
    <dgm:cxn modelId="{228FF3E9-F2B1-4A47-955D-889C3BDA8993}" type="presOf" srcId="{6CAAAB95-5B85-455E-AF18-35E2BF493D19}" destId="{FB72AF7A-E57B-40AC-85EA-FB5F7E563664}" srcOrd="0" destOrd="0" presId="urn:microsoft.com/office/officeart/2008/layout/HorizontalMultiLevelHierarchy"/>
    <dgm:cxn modelId="{B22E92EB-54B6-4432-96AE-30B49D1EB709}" type="presOf" srcId="{5A02824C-2A9A-4259-A1DC-1D93E0D196CE}" destId="{EBFAE0A7-EC43-46BC-AEDB-A248ABA7BE2E}" srcOrd="0" destOrd="0" presId="urn:microsoft.com/office/officeart/2008/layout/HorizontalMultiLevelHierarchy"/>
    <dgm:cxn modelId="{1BBD96FF-24E8-4AD7-A2DD-908BFAEB3322}" type="presOf" srcId="{99B24464-B808-4FB1-B8F7-C8C8A74E9248}" destId="{3778D2AE-E489-4461-A25F-0631E6BA0E51}" srcOrd="0" destOrd="0" presId="urn:microsoft.com/office/officeart/2008/layout/HorizontalMultiLevelHierarchy"/>
    <dgm:cxn modelId="{B64778BD-5DAC-447F-B4E2-8D83B84D5135}" type="presParOf" srcId="{D1965DAF-1AD6-495A-BFD5-EA73E62C334C}" destId="{2774BD93-8F5B-4621-8148-CEAF9AC40475}" srcOrd="0" destOrd="0" presId="urn:microsoft.com/office/officeart/2008/layout/HorizontalMultiLevelHierarchy"/>
    <dgm:cxn modelId="{FACE0B55-E767-4F3B-BAF4-6A7C65B6135E}" type="presParOf" srcId="{2774BD93-8F5B-4621-8148-CEAF9AC40475}" destId="{C103BF98-DE69-42FD-A0FF-1E68C5D8827B}" srcOrd="0" destOrd="0" presId="urn:microsoft.com/office/officeart/2008/layout/HorizontalMultiLevelHierarchy"/>
    <dgm:cxn modelId="{45AF39D6-AC70-464C-B32F-B58D45307C4B}" type="presParOf" srcId="{2774BD93-8F5B-4621-8148-CEAF9AC40475}" destId="{8076255A-0584-4783-8AA0-3FA331CF6CD3}" srcOrd="1" destOrd="0" presId="urn:microsoft.com/office/officeart/2008/layout/HorizontalMultiLevelHierarchy"/>
    <dgm:cxn modelId="{EB41890E-0AB7-4373-BC25-733AA7B42F28}" type="presParOf" srcId="{8076255A-0584-4783-8AA0-3FA331CF6CD3}" destId="{85B05554-A471-4F55-AEF2-C52CC4771999}" srcOrd="0" destOrd="0" presId="urn:microsoft.com/office/officeart/2008/layout/HorizontalMultiLevelHierarchy"/>
    <dgm:cxn modelId="{64D90F21-C020-4FB1-830F-0C9DB88175C5}" type="presParOf" srcId="{85B05554-A471-4F55-AEF2-C52CC4771999}" destId="{BE9E4EAF-87C2-4193-85CB-E30F8B6C5CAC}" srcOrd="0" destOrd="0" presId="urn:microsoft.com/office/officeart/2008/layout/HorizontalMultiLevelHierarchy"/>
    <dgm:cxn modelId="{9A632EBA-8B04-40C7-8FA5-EE175300C01F}" type="presParOf" srcId="{8076255A-0584-4783-8AA0-3FA331CF6CD3}" destId="{D5A782EC-F4F7-4010-AF33-B2F35592ECE6}" srcOrd="1" destOrd="0" presId="urn:microsoft.com/office/officeart/2008/layout/HorizontalMultiLevelHierarchy"/>
    <dgm:cxn modelId="{15A1DBE0-88B5-4D81-9371-521552A23EF0}" type="presParOf" srcId="{D5A782EC-F4F7-4010-AF33-B2F35592ECE6}" destId="{EBFAE0A7-EC43-46BC-AEDB-A248ABA7BE2E}" srcOrd="0" destOrd="0" presId="urn:microsoft.com/office/officeart/2008/layout/HorizontalMultiLevelHierarchy"/>
    <dgm:cxn modelId="{6F12AE40-18AD-48FF-A1C8-8A98D65789F6}" type="presParOf" srcId="{D5A782EC-F4F7-4010-AF33-B2F35592ECE6}" destId="{DC8919B6-F1BF-42F7-A89D-9E28E8500F36}" srcOrd="1" destOrd="0" presId="urn:microsoft.com/office/officeart/2008/layout/HorizontalMultiLevelHierarchy"/>
    <dgm:cxn modelId="{FA1DB522-155A-451B-BD3E-FD7CD602CF17}" type="presParOf" srcId="{DC8919B6-F1BF-42F7-A89D-9E28E8500F36}" destId="{6AEF020B-4F93-4EE2-A457-C3C4C4272772}" srcOrd="0" destOrd="0" presId="urn:microsoft.com/office/officeart/2008/layout/HorizontalMultiLevelHierarchy"/>
    <dgm:cxn modelId="{F1902CBC-CF5B-4871-8259-33D323B3A55B}" type="presParOf" srcId="{6AEF020B-4F93-4EE2-A457-C3C4C4272772}" destId="{B2E00887-38FA-4EB6-A42C-AB058A2B35AE}" srcOrd="0" destOrd="0" presId="urn:microsoft.com/office/officeart/2008/layout/HorizontalMultiLevelHierarchy"/>
    <dgm:cxn modelId="{B665DC0B-59EF-457B-8BCE-C15D5A482C95}" type="presParOf" srcId="{DC8919B6-F1BF-42F7-A89D-9E28E8500F36}" destId="{144ACB35-D2F9-4750-B1C7-8C691217291E}" srcOrd="1" destOrd="0" presId="urn:microsoft.com/office/officeart/2008/layout/HorizontalMultiLevelHierarchy"/>
    <dgm:cxn modelId="{07DE4D92-632E-4EF5-91E2-EB6A138F2D8C}" type="presParOf" srcId="{144ACB35-D2F9-4750-B1C7-8C691217291E}" destId="{E2C85FAF-8312-4D20-97EA-5058640E81B9}" srcOrd="0" destOrd="0" presId="urn:microsoft.com/office/officeart/2008/layout/HorizontalMultiLevelHierarchy"/>
    <dgm:cxn modelId="{F03D1473-F43F-4F88-AA42-4993F0DDBE84}" type="presParOf" srcId="{144ACB35-D2F9-4750-B1C7-8C691217291E}" destId="{29CFB293-288E-4CEC-AFDE-1B4E43AD8DFE}" srcOrd="1" destOrd="0" presId="urn:microsoft.com/office/officeart/2008/layout/HorizontalMultiLevelHierarchy"/>
    <dgm:cxn modelId="{6E6FCF9C-F5FF-42C2-89D2-AC45F5D781B5}" type="presParOf" srcId="{8076255A-0584-4783-8AA0-3FA331CF6CD3}" destId="{7F193AC7-8E5F-4E1C-8411-0B31171E85DD}" srcOrd="2" destOrd="0" presId="urn:microsoft.com/office/officeart/2008/layout/HorizontalMultiLevelHierarchy"/>
    <dgm:cxn modelId="{865BA5E9-484F-4A00-A6CA-FD31D256EF71}" type="presParOf" srcId="{7F193AC7-8E5F-4E1C-8411-0B31171E85DD}" destId="{57DF160F-7180-4692-BCA4-860F38EB55AC}" srcOrd="0" destOrd="0" presId="urn:microsoft.com/office/officeart/2008/layout/HorizontalMultiLevelHierarchy"/>
    <dgm:cxn modelId="{FF7615A0-233B-43E4-B493-E559A9157208}" type="presParOf" srcId="{8076255A-0584-4783-8AA0-3FA331CF6CD3}" destId="{ECFE6973-04C0-4D49-A52E-3DC008E3EE9F}" srcOrd="3" destOrd="0" presId="urn:microsoft.com/office/officeart/2008/layout/HorizontalMultiLevelHierarchy"/>
    <dgm:cxn modelId="{ABEDA3AF-3BC6-4655-8D8E-91F7A2137C92}" type="presParOf" srcId="{ECFE6973-04C0-4D49-A52E-3DC008E3EE9F}" destId="{91EB27A9-225E-4475-8134-F2914916566B}" srcOrd="0" destOrd="0" presId="urn:microsoft.com/office/officeart/2008/layout/HorizontalMultiLevelHierarchy"/>
    <dgm:cxn modelId="{A742A5FE-34D6-4AB2-9789-CF4FC5F23FC7}" type="presParOf" srcId="{ECFE6973-04C0-4D49-A52E-3DC008E3EE9F}" destId="{48910D61-C185-4F07-A0B8-7C8B5180E580}" srcOrd="1" destOrd="0" presId="urn:microsoft.com/office/officeart/2008/layout/HorizontalMultiLevelHierarchy"/>
    <dgm:cxn modelId="{75FC6456-A763-4585-9DCC-621161B178CC}" type="presParOf" srcId="{48910D61-C185-4F07-A0B8-7C8B5180E580}" destId="{AF43F575-F955-40A1-8541-2E4A7D76B89D}" srcOrd="0" destOrd="0" presId="urn:microsoft.com/office/officeart/2008/layout/HorizontalMultiLevelHierarchy"/>
    <dgm:cxn modelId="{CA6B31E9-4A51-4687-B978-648FA7257831}" type="presParOf" srcId="{AF43F575-F955-40A1-8541-2E4A7D76B89D}" destId="{28418AFB-A4D5-468D-AA81-3F66CA82CCE8}" srcOrd="0" destOrd="0" presId="urn:microsoft.com/office/officeart/2008/layout/HorizontalMultiLevelHierarchy"/>
    <dgm:cxn modelId="{051325F2-169C-4E31-AF03-311345CEE125}" type="presParOf" srcId="{48910D61-C185-4F07-A0B8-7C8B5180E580}" destId="{7A8114F4-8714-4DBC-B482-47179BDA13CC}" srcOrd="1" destOrd="0" presId="urn:microsoft.com/office/officeart/2008/layout/HorizontalMultiLevelHierarchy"/>
    <dgm:cxn modelId="{B18697AA-401B-4464-9254-8E5EF14C2E0F}" type="presParOf" srcId="{7A8114F4-8714-4DBC-B482-47179BDA13CC}" destId="{D7BAC263-FBDB-4FBF-B3FC-32AE2E8B8E8F}" srcOrd="0" destOrd="0" presId="urn:microsoft.com/office/officeart/2008/layout/HorizontalMultiLevelHierarchy"/>
    <dgm:cxn modelId="{9875182C-AFCC-4F4D-B42C-3F2CAA62228C}" type="presParOf" srcId="{7A8114F4-8714-4DBC-B482-47179BDA13CC}" destId="{CF6FB5CF-37CF-4224-8221-55B0C8ABFCDC}" srcOrd="1" destOrd="0" presId="urn:microsoft.com/office/officeart/2008/layout/HorizontalMultiLevelHierarchy"/>
    <dgm:cxn modelId="{D70BBFB4-DAB5-4607-A4C6-2B47167F3FC3}" type="presParOf" srcId="{8076255A-0584-4783-8AA0-3FA331CF6CD3}" destId="{D174CA3A-D3A7-4B81-BC58-48270F6A76BF}" srcOrd="4" destOrd="0" presId="urn:microsoft.com/office/officeart/2008/layout/HorizontalMultiLevelHierarchy"/>
    <dgm:cxn modelId="{D67DA828-8606-47DD-83F2-F4D1493D2B00}" type="presParOf" srcId="{D174CA3A-D3A7-4B81-BC58-48270F6A76BF}" destId="{73F88125-FD80-4BA5-839C-BE1F32A8D477}" srcOrd="0" destOrd="0" presId="urn:microsoft.com/office/officeart/2008/layout/HorizontalMultiLevelHierarchy"/>
    <dgm:cxn modelId="{83C32388-9180-4157-A705-BB0FD33C9266}" type="presParOf" srcId="{8076255A-0584-4783-8AA0-3FA331CF6CD3}" destId="{0265516A-5567-4C07-A1B1-FD23A1B070D9}" srcOrd="5" destOrd="0" presId="urn:microsoft.com/office/officeart/2008/layout/HorizontalMultiLevelHierarchy"/>
    <dgm:cxn modelId="{D9D4C77D-24DB-4494-9A81-2004EDBB5AAD}" type="presParOf" srcId="{0265516A-5567-4C07-A1B1-FD23A1B070D9}" destId="{1837CFA3-69E2-4953-861A-D966747FB726}" srcOrd="0" destOrd="0" presId="urn:microsoft.com/office/officeart/2008/layout/HorizontalMultiLevelHierarchy"/>
    <dgm:cxn modelId="{3F76ACFD-7E74-4226-9856-6CAB4741685A}" type="presParOf" srcId="{0265516A-5567-4C07-A1B1-FD23A1B070D9}" destId="{ABBE427C-4D6B-4A73-B98B-36DF99B0D729}" srcOrd="1" destOrd="0" presId="urn:microsoft.com/office/officeart/2008/layout/HorizontalMultiLevelHierarchy"/>
    <dgm:cxn modelId="{5AD908D7-3280-4FC2-88BC-A4A0ED01B4F1}" type="presParOf" srcId="{ABBE427C-4D6B-4A73-B98B-36DF99B0D729}" destId="{FB72AF7A-E57B-40AC-85EA-FB5F7E563664}" srcOrd="0" destOrd="0" presId="urn:microsoft.com/office/officeart/2008/layout/HorizontalMultiLevelHierarchy"/>
    <dgm:cxn modelId="{851C2A88-6445-46FE-A4FA-2E70871AA46F}" type="presParOf" srcId="{FB72AF7A-E57B-40AC-85EA-FB5F7E563664}" destId="{5B99E3ED-EC34-4E07-A979-1398AD5BF1D7}" srcOrd="0" destOrd="0" presId="urn:microsoft.com/office/officeart/2008/layout/HorizontalMultiLevelHierarchy"/>
    <dgm:cxn modelId="{6C5D5F1B-4D84-4354-845C-4BBF5EBE6595}" type="presParOf" srcId="{ABBE427C-4D6B-4A73-B98B-36DF99B0D729}" destId="{26DDA922-AF98-4ED0-AE14-A774A7D8907A}" srcOrd="1" destOrd="0" presId="urn:microsoft.com/office/officeart/2008/layout/HorizontalMultiLevelHierarchy"/>
    <dgm:cxn modelId="{681B952E-5A58-4190-B4CF-BC6BB6E812FE}" type="presParOf" srcId="{26DDA922-AF98-4ED0-AE14-A774A7D8907A}" destId="{A43DB03B-DA94-4861-8E0F-86D681A59063}" srcOrd="0" destOrd="0" presId="urn:microsoft.com/office/officeart/2008/layout/HorizontalMultiLevelHierarchy"/>
    <dgm:cxn modelId="{F1750986-B06D-421B-9896-B25BE851E223}" type="presParOf" srcId="{26DDA922-AF98-4ED0-AE14-A774A7D8907A}" destId="{04848DC5-412C-482E-8427-6D2DDE577B12}" srcOrd="1" destOrd="0" presId="urn:microsoft.com/office/officeart/2008/layout/HorizontalMultiLevelHierarchy"/>
    <dgm:cxn modelId="{17C0E5C6-9033-4D05-AFFA-22BF988B3F54}" type="presParOf" srcId="{8076255A-0584-4783-8AA0-3FA331CF6CD3}" destId="{22B2AD84-9C84-4C55-BDB2-EF1726C085E2}" srcOrd="6" destOrd="0" presId="urn:microsoft.com/office/officeart/2008/layout/HorizontalMultiLevelHierarchy"/>
    <dgm:cxn modelId="{640CC441-6F4C-4349-B9E5-C4FF4DF298DA}" type="presParOf" srcId="{22B2AD84-9C84-4C55-BDB2-EF1726C085E2}" destId="{48C622AE-9026-43BF-BDCD-E7306ACFCD19}" srcOrd="0" destOrd="0" presId="urn:microsoft.com/office/officeart/2008/layout/HorizontalMultiLevelHierarchy"/>
    <dgm:cxn modelId="{39B3FE62-A071-4325-9B24-4F107DD4F8B1}" type="presParOf" srcId="{8076255A-0584-4783-8AA0-3FA331CF6CD3}" destId="{6E06B90B-2752-4A56-8570-1C723A54F21D}" srcOrd="7" destOrd="0" presId="urn:microsoft.com/office/officeart/2008/layout/HorizontalMultiLevelHierarchy"/>
    <dgm:cxn modelId="{FFE4F5A3-975A-4E27-8226-9952FD6797F7}" type="presParOf" srcId="{6E06B90B-2752-4A56-8570-1C723A54F21D}" destId="{0E78CC75-2843-4CFD-9E4C-02D318D8501F}" srcOrd="0" destOrd="0" presId="urn:microsoft.com/office/officeart/2008/layout/HorizontalMultiLevelHierarchy"/>
    <dgm:cxn modelId="{DBEE1B7F-BFEE-453D-9C5A-3F5C14563A66}" type="presParOf" srcId="{6E06B90B-2752-4A56-8570-1C723A54F21D}" destId="{A170B2EE-927E-4F4C-8978-C343B9730F75}" srcOrd="1" destOrd="0" presId="urn:microsoft.com/office/officeart/2008/layout/HorizontalMultiLevelHierarchy"/>
    <dgm:cxn modelId="{33AB3BA3-256F-4C71-A380-C42CF9F5F594}" type="presParOf" srcId="{A170B2EE-927E-4F4C-8978-C343B9730F75}" destId="{92B9C15E-9F4E-4A11-9F85-ACDE0755EB14}" srcOrd="0" destOrd="0" presId="urn:microsoft.com/office/officeart/2008/layout/HorizontalMultiLevelHierarchy"/>
    <dgm:cxn modelId="{C1E9DE93-4201-459D-B315-A379838267A8}" type="presParOf" srcId="{92B9C15E-9F4E-4A11-9F85-ACDE0755EB14}" destId="{73C1A046-C2FC-4CDB-85BF-270B4AD660DF}" srcOrd="0" destOrd="0" presId="urn:microsoft.com/office/officeart/2008/layout/HorizontalMultiLevelHierarchy"/>
    <dgm:cxn modelId="{DDD1ED2E-7AB7-4557-9F82-96C2D06FB204}" type="presParOf" srcId="{A170B2EE-927E-4F4C-8978-C343B9730F75}" destId="{9A33D066-9530-4F4F-BED7-1244E2686075}" srcOrd="1" destOrd="0" presId="urn:microsoft.com/office/officeart/2008/layout/HorizontalMultiLevelHierarchy"/>
    <dgm:cxn modelId="{F047518B-8CFA-4B43-A8A3-06C30E0EFC05}" type="presParOf" srcId="{9A33D066-9530-4F4F-BED7-1244E2686075}" destId="{3778D2AE-E489-4461-A25F-0631E6BA0E51}" srcOrd="0" destOrd="0" presId="urn:microsoft.com/office/officeart/2008/layout/HorizontalMultiLevelHierarchy"/>
    <dgm:cxn modelId="{5CA6BE04-4C31-4148-B66E-BCAAB5AFE10B}" type="presParOf" srcId="{9A33D066-9530-4F4F-BED7-1244E2686075}" destId="{0B8CCF4E-0EA6-4F1D-8D16-5554A964AAD6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B9C15E-9F4E-4A11-9F85-ACDE0755EB14}">
      <dsp:nvSpPr>
        <dsp:cNvPr id="0" name=""/>
        <dsp:cNvSpPr/>
      </dsp:nvSpPr>
      <dsp:spPr>
        <a:xfrm>
          <a:off x="4313824" y="3636970"/>
          <a:ext cx="53545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5459" y="45720"/>
              </a:lnTo>
            </a:path>
          </a:pathLst>
        </a:custGeom>
        <a:noFill/>
        <a:ln w="1905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568167" y="3669303"/>
        <a:ext cx="26772" cy="26772"/>
      </dsp:txXfrm>
    </dsp:sp>
    <dsp:sp modelId="{22B2AD84-9C84-4C55-BDB2-EF1726C085E2}">
      <dsp:nvSpPr>
        <dsp:cNvPr id="0" name=""/>
        <dsp:cNvSpPr/>
      </dsp:nvSpPr>
      <dsp:spPr>
        <a:xfrm>
          <a:off x="1101070" y="2156906"/>
          <a:ext cx="535459" cy="152578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7729" y="0"/>
              </a:lnTo>
              <a:lnTo>
                <a:pt x="267729" y="1525783"/>
              </a:lnTo>
              <a:lnTo>
                <a:pt x="535459" y="1525783"/>
              </a:lnTo>
            </a:path>
          </a:pathLst>
        </a:custGeom>
        <a:noFill/>
        <a:ln w="1905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328374" y="2879373"/>
        <a:ext cx="80850" cy="80850"/>
      </dsp:txXfrm>
    </dsp:sp>
    <dsp:sp modelId="{FB72AF7A-E57B-40AC-85EA-FB5F7E563664}">
      <dsp:nvSpPr>
        <dsp:cNvPr id="0" name=""/>
        <dsp:cNvSpPr/>
      </dsp:nvSpPr>
      <dsp:spPr>
        <a:xfrm>
          <a:off x="4313824" y="2616659"/>
          <a:ext cx="53545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5459" y="45720"/>
              </a:lnTo>
            </a:path>
          </a:pathLst>
        </a:custGeom>
        <a:noFill/>
        <a:ln w="1905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4568167" y="2648992"/>
        <a:ext cx="26772" cy="26772"/>
      </dsp:txXfrm>
    </dsp:sp>
    <dsp:sp modelId="{D174CA3A-D3A7-4B81-BC58-48270F6A76BF}">
      <dsp:nvSpPr>
        <dsp:cNvPr id="0" name=""/>
        <dsp:cNvSpPr/>
      </dsp:nvSpPr>
      <dsp:spPr>
        <a:xfrm>
          <a:off x="1101070" y="2156906"/>
          <a:ext cx="535459" cy="5054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7729" y="0"/>
              </a:lnTo>
              <a:lnTo>
                <a:pt x="267729" y="505472"/>
              </a:lnTo>
              <a:lnTo>
                <a:pt x="535459" y="505472"/>
              </a:lnTo>
            </a:path>
          </a:pathLst>
        </a:custGeom>
        <a:noFill/>
        <a:ln w="1905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350391" y="2391234"/>
        <a:ext cx="36817" cy="36817"/>
      </dsp:txXfrm>
    </dsp:sp>
    <dsp:sp modelId="{AF43F575-F955-40A1-8541-2E4A7D76B89D}">
      <dsp:nvSpPr>
        <dsp:cNvPr id="0" name=""/>
        <dsp:cNvSpPr/>
      </dsp:nvSpPr>
      <dsp:spPr>
        <a:xfrm>
          <a:off x="4313824" y="1596348"/>
          <a:ext cx="53545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5459" y="45720"/>
              </a:lnTo>
            </a:path>
          </a:pathLst>
        </a:custGeom>
        <a:noFill/>
        <a:ln w="1905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4568167" y="1628682"/>
        <a:ext cx="26772" cy="26772"/>
      </dsp:txXfrm>
    </dsp:sp>
    <dsp:sp modelId="{7F193AC7-8E5F-4E1C-8411-0B31171E85DD}">
      <dsp:nvSpPr>
        <dsp:cNvPr id="0" name=""/>
        <dsp:cNvSpPr/>
      </dsp:nvSpPr>
      <dsp:spPr>
        <a:xfrm>
          <a:off x="1101070" y="1642068"/>
          <a:ext cx="535459" cy="514838"/>
        </a:xfrm>
        <a:custGeom>
          <a:avLst/>
          <a:gdLst/>
          <a:ahLst/>
          <a:cxnLst/>
          <a:rect l="0" t="0" r="0" b="0"/>
          <a:pathLst>
            <a:path>
              <a:moveTo>
                <a:pt x="0" y="514838"/>
              </a:moveTo>
              <a:lnTo>
                <a:pt x="267729" y="514838"/>
              </a:lnTo>
              <a:lnTo>
                <a:pt x="267729" y="0"/>
              </a:lnTo>
              <a:lnTo>
                <a:pt x="535459" y="0"/>
              </a:lnTo>
            </a:path>
          </a:pathLst>
        </a:custGeom>
        <a:noFill/>
        <a:ln w="1905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350229" y="1880917"/>
        <a:ext cx="37140" cy="37140"/>
      </dsp:txXfrm>
    </dsp:sp>
    <dsp:sp modelId="{6AEF020B-4F93-4EE2-A457-C3C4C4272772}">
      <dsp:nvSpPr>
        <dsp:cNvPr id="0" name=""/>
        <dsp:cNvSpPr/>
      </dsp:nvSpPr>
      <dsp:spPr>
        <a:xfrm>
          <a:off x="4313824" y="576037"/>
          <a:ext cx="535459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5459" y="45720"/>
              </a:lnTo>
            </a:path>
          </a:pathLst>
        </a:custGeom>
        <a:noFill/>
        <a:ln w="19050" cap="flat" cmpd="sng" algn="ctr">
          <a:solidFill>
            <a:schemeClr val="accent1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4568167" y="608371"/>
        <a:ext cx="26772" cy="26772"/>
      </dsp:txXfrm>
    </dsp:sp>
    <dsp:sp modelId="{85B05554-A471-4F55-AEF2-C52CC4771999}">
      <dsp:nvSpPr>
        <dsp:cNvPr id="0" name=""/>
        <dsp:cNvSpPr/>
      </dsp:nvSpPr>
      <dsp:spPr>
        <a:xfrm>
          <a:off x="1101070" y="621757"/>
          <a:ext cx="535459" cy="1535148"/>
        </a:xfrm>
        <a:custGeom>
          <a:avLst/>
          <a:gdLst/>
          <a:ahLst/>
          <a:cxnLst/>
          <a:rect l="0" t="0" r="0" b="0"/>
          <a:pathLst>
            <a:path>
              <a:moveTo>
                <a:pt x="0" y="1535148"/>
              </a:moveTo>
              <a:lnTo>
                <a:pt x="267729" y="1535148"/>
              </a:lnTo>
              <a:lnTo>
                <a:pt x="267729" y="0"/>
              </a:lnTo>
              <a:lnTo>
                <a:pt x="535459" y="0"/>
              </a:lnTo>
            </a:path>
          </a:pathLst>
        </a:custGeom>
        <a:noFill/>
        <a:ln w="19050" cap="flat" cmpd="sng" algn="ctr">
          <a:solidFill>
            <a:schemeClr val="accent1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328153" y="1348686"/>
        <a:ext cx="81292" cy="81292"/>
      </dsp:txXfrm>
    </dsp:sp>
    <dsp:sp modelId="{C103BF98-DE69-42FD-A0FF-1E68C5D8827B}">
      <dsp:nvSpPr>
        <dsp:cNvPr id="0" name=""/>
        <dsp:cNvSpPr/>
      </dsp:nvSpPr>
      <dsp:spPr>
        <a:xfrm rot="16200000">
          <a:off x="-997762" y="1748782"/>
          <a:ext cx="3381417" cy="816248"/>
        </a:xfrm>
        <a:prstGeom prst="rect">
          <a:avLst/>
        </a:prstGeom>
        <a:gradFill rotWithShape="0">
          <a:gsLst>
            <a:gs pos="0">
              <a:schemeClr val="accent1">
                <a:alpha val="8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8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8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  In the dark</a:t>
          </a:r>
        </a:p>
      </dsp:txBody>
      <dsp:txXfrm>
        <a:off x="-997762" y="1748782"/>
        <a:ext cx="3381417" cy="816248"/>
      </dsp:txXfrm>
    </dsp:sp>
    <dsp:sp modelId="{EBFAE0A7-EC43-46BC-AEDB-A248ABA7BE2E}">
      <dsp:nvSpPr>
        <dsp:cNvPr id="0" name=""/>
        <dsp:cNvSpPr/>
      </dsp:nvSpPr>
      <dsp:spPr>
        <a:xfrm>
          <a:off x="1636529" y="213633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7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Nodes</a:t>
          </a: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Keystone SE nodes </a:t>
          </a:r>
          <a:endParaRPr lang="en-US" sz="1200" kern="1200" dirty="0"/>
        </a:p>
      </dsp:txBody>
      <dsp:txXfrm>
        <a:off x="1636529" y="213633"/>
        <a:ext cx="2677295" cy="816248"/>
      </dsp:txXfrm>
    </dsp:sp>
    <dsp:sp modelId="{E2C85FAF-8312-4D20-97EA-5058640E81B9}">
      <dsp:nvSpPr>
        <dsp:cNvPr id="0" name=""/>
        <dsp:cNvSpPr/>
      </dsp:nvSpPr>
      <dsp:spPr>
        <a:xfrm>
          <a:off x="4849283" y="213633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5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Interaction strength, hub scores, node centrality</a:t>
          </a:r>
        </a:p>
      </dsp:txBody>
      <dsp:txXfrm>
        <a:off x="4849283" y="213633"/>
        <a:ext cx="2677295" cy="816248"/>
      </dsp:txXfrm>
    </dsp:sp>
    <dsp:sp modelId="{91EB27A9-225E-4475-8134-F2914916566B}">
      <dsp:nvSpPr>
        <dsp:cNvPr id="0" name=""/>
        <dsp:cNvSpPr/>
      </dsp:nvSpPr>
      <dsp:spPr>
        <a:xfrm>
          <a:off x="1636529" y="1233944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7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Links</a:t>
          </a: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 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Duality of interactions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Hidden interactions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Forbidden interactions</a:t>
          </a:r>
        </a:p>
      </dsp:txBody>
      <dsp:txXfrm>
        <a:off x="1636529" y="1233944"/>
        <a:ext cx="2677295" cy="816248"/>
      </dsp:txXfrm>
    </dsp:sp>
    <dsp:sp modelId="{D7BAC263-FBDB-4FBF-B3FC-32AE2E8B8E8F}">
      <dsp:nvSpPr>
        <dsp:cNvPr id="0" name=""/>
        <dsp:cNvSpPr/>
      </dsp:nvSpPr>
      <dsp:spPr>
        <a:xfrm>
          <a:off x="4849283" y="1233944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5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Degree, centrality, clustering, temporal activity, functional roles</a:t>
          </a:r>
        </a:p>
      </dsp:txBody>
      <dsp:txXfrm>
        <a:off x="4849283" y="1233944"/>
        <a:ext cx="2677295" cy="816248"/>
      </dsp:txXfrm>
    </dsp:sp>
    <dsp:sp modelId="{1837CFA3-69E2-4953-861A-D966747FB726}">
      <dsp:nvSpPr>
        <dsp:cNvPr id="0" name=""/>
        <dsp:cNvSpPr/>
      </dsp:nvSpPr>
      <dsp:spPr>
        <a:xfrm>
          <a:off x="1636529" y="2254255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7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External</a:t>
          </a: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u="none" strike="noStrike" kern="1200" dirty="0">
              <a:solidFill>
                <a:srgbClr val="000000"/>
              </a:solidFill>
              <a:effectLst/>
              <a:latin typeface="Calibri" panose="020F0502020204030204" pitchFamily="34" charset="0"/>
            </a:rPr>
            <a:t> Environmental effects on SENs</a:t>
          </a:r>
          <a:endParaRPr lang="en-US" sz="1200" kern="1200" dirty="0"/>
        </a:p>
      </dsp:txBody>
      <dsp:txXfrm>
        <a:off x="1636529" y="2254255"/>
        <a:ext cx="2677295" cy="816248"/>
      </dsp:txXfrm>
    </dsp:sp>
    <dsp:sp modelId="{A43DB03B-DA94-4861-8E0F-86D681A59063}">
      <dsp:nvSpPr>
        <dsp:cNvPr id="0" name=""/>
        <dsp:cNvSpPr/>
      </dsp:nvSpPr>
      <dsp:spPr>
        <a:xfrm>
          <a:off x="4849283" y="2254255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5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Linear models, Mixed-effects models (GLMMs, GAMMs), Spatial autoregressive models (SAR), Bayesian models, Latent space models,  Exponential Random Graph Models (ERGMs), Machine Learning models, Multivariate tests.</a:t>
          </a:r>
        </a:p>
      </dsp:txBody>
      <dsp:txXfrm>
        <a:off x="4849283" y="2254255"/>
        <a:ext cx="2677295" cy="816248"/>
      </dsp:txXfrm>
    </dsp:sp>
    <dsp:sp modelId="{0E78CC75-2843-4CFD-9E4C-02D318D8501F}">
      <dsp:nvSpPr>
        <dsp:cNvPr id="0" name=""/>
        <dsp:cNvSpPr/>
      </dsp:nvSpPr>
      <dsp:spPr>
        <a:xfrm>
          <a:off x="1636529" y="3274565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7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7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Networks</a:t>
          </a:r>
          <a:r>
            <a:rPr lang="en-US" sz="1200" kern="1200" dirty="0"/>
            <a:t>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Emergent properties</a:t>
          </a:r>
        </a:p>
      </dsp:txBody>
      <dsp:txXfrm>
        <a:off x="1636529" y="3274565"/>
        <a:ext cx="2677295" cy="816248"/>
      </dsp:txXfrm>
    </dsp:sp>
    <dsp:sp modelId="{3778D2AE-E489-4461-A25F-0631E6BA0E51}">
      <dsp:nvSpPr>
        <dsp:cNvPr id="0" name=""/>
        <dsp:cNvSpPr/>
      </dsp:nvSpPr>
      <dsp:spPr>
        <a:xfrm>
          <a:off x="4849283" y="3274565"/>
          <a:ext cx="2677295" cy="816248"/>
        </a:xfrm>
        <a:prstGeom prst="rect">
          <a:avLst/>
        </a:prstGeom>
        <a:gradFill rotWithShape="0">
          <a:gsLst>
            <a:gs pos="0">
              <a:schemeClr val="accent1">
                <a:alpha val="5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alpha val="5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Robustness, Flow betweenness, Hierarchy  centralization, Modularity  and participation, </a:t>
          </a:r>
          <a:r>
            <a:rPr lang="en-US" sz="1200" kern="1200" dirty="0" err="1"/>
            <a:t>assortativity</a:t>
          </a:r>
          <a:r>
            <a:rPr lang="en-US" sz="1200" kern="1200" dirty="0"/>
            <a:t>   </a:t>
          </a:r>
        </a:p>
      </dsp:txBody>
      <dsp:txXfrm>
        <a:off x="4849283" y="3274565"/>
        <a:ext cx="2677295" cy="8162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3C97D9-0EEF-4CA2-9313-FEA8ECF41718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BC741-4CBA-4154-BDBF-FAC3F56D23D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411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6BC741-4CBA-4154-BDBF-FAC3F56D23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495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158FEB-5FF5-7792-D81A-E014EA60E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9448B42-9102-B5D5-55DC-B18CD88D72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7E91E5-CA9F-9BED-85B9-464411C4E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8A58A-6152-88D4-38AC-F5B4766EF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BFEFBB-5394-3EB9-40C2-5547AFAC4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316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2AEB4E-FC19-EB05-DDA9-3E2D35932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A458625-565D-9A5E-A037-55765F1CF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1655F7-554C-AB5F-9159-00B515872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388D88A-9830-BC6E-8AFD-3F6D81434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CBF097B-F170-A49B-F503-A7F0E372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63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AB4A4F-7F31-F9BC-E061-30AE665A0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21ED284-1CD2-D24B-C602-6D3733F3E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A23349C-91F2-B653-F5FA-81AA47B67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48AB57B-16AD-6D92-55F4-44982DC0A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BD837E-FCC5-C238-A04B-F4E0AFBF1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113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6C8829-B86A-9253-DA7E-9AD326DE2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3BB494-AB61-54FA-0FF8-5EBD869C58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E563969-0F31-2499-8500-E9CCE2995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F0DDD24-D62B-BBF7-C3E2-4F998456A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F21840F-DD41-152B-838C-54E006350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98C6168-C813-CBF8-CA47-BEE5F393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9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2656CE-3F78-E459-F2FB-67A4A6F0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6A01B3-175C-F630-D1B2-DBDE4BD45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1A736EC-01F1-8332-34C8-EB1CCF28D1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AB2DF50-5722-246B-C285-5E056D82B4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3EAE8E7-7B13-D9FE-33FE-80F8E45AEB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6F91AAB-7777-863B-9511-B12B1E18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7F7391E-CCA0-6217-B297-0069204E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6D3A8B8-C29D-D3A0-6DEF-6DEB62F4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606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CF0CE5-49D4-19AD-F52F-3029EEE6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9D57B20-366D-4C70-B606-8B091094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F751E17-9797-B539-9EFD-60D2EBE4E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82DCC3E-9412-B94B-851A-AACCC6EC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91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9540092-9FE3-26DC-7821-44DC21BBF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628B96F-75C8-E111-8A28-37F95BFE6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468688-21C5-0AFF-DE3F-B93A34B93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911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67DFF9-C034-8FDA-53D4-659035D1F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09AE6-35B5-6E30-D2D5-2C873D927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270C6C-A091-672E-2C36-B9C3FD0B1C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ED18278-120D-9701-24A1-323A61B4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0E084D-943D-365F-9283-E1548AE9C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CC1E970-AF8A-3290-8EB7-B839B440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930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35AF16-7B3C-8947-57FC-C4E79F92F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75B0FEF-38E3-A180-C9F2-550E3F105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C7B5B5B-31C0-FF48-5020-E1AC22ED45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C904686-89A8-6326-FF25-D0AFCBAE9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EEA4F97-C9FF-5EAA-40A7-ECB3358D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25E2485-99D3-BD55-50E4-79494C0E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8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D875E-3B96-DE16-2AFE-88162ED31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E574985-B62F-CD32-A059-D9AA9C8FA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AA0603F-285E-9BBE-2AB4-BAC6A3D8F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CEB82-C4B7-5ACF-D6D5-7DC44AAF5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0F5F600-5473-6ED8-78C6-15CE272E2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940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608423A-329C-CEEA-B871-14150A4BA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6DB1966-1786-DB8B-5106-99C418CD4A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DAD47A-63B7-0395-84B1-91E005DD2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8CB601-FD5D-F988-5503-5CDB97991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953881-08A4-148F-68FA-E919EDBCF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112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39CBDA6-24C9-5EDE-13A0-0922C4AEC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9641B06-BF99-20F8-42A1-1D8D86F9F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93091EB-ABCA-CACB-D162-15256B317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D38324-4558-4D6E-976E-ECEFFCFEC9A0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6F1CD1E-C69A-9CD2-BC95-F68DF14AC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B24430-4938-3287-11E9-9581B013FA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52EE61-926A-40D9-AE02-576F392EF6A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247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openxmlformats.org/officeDocument/2006/relationships/image" Target="../media/image6.png"/><Relationship Id="rId18" Type="http://schemas.openxmlformats.org/officeDocument/2006/relationships/image" Target="../media/image11.svg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12" Type="http://schemas.openxmlformats.org/officeDocument/2006/relationships/image" Target="../media/image5.svg"/><Relationship Id="rId1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9.svg"/><Relationship Id="rId20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11" Type="http://schemas.openxmlformats.org/officeDocument/2006/relationships/image" Target="../media/image4.png"/><Relationship Id="rId5" Type="http://schemas.openxmlformats.org/officeDocument/2006/relationships/diagramLayout" Target="../diagrams/layout1.xml"/><Relationship Id="rId15" Type="http://schemas.openxmlformats.org/officeDocument/2006/relationships/image" Target="../media/image8.png"/><Relationship Id="rId10" Type="http://schemas.openxmlformats.org/officeDocument/2006/relationships/image" Target="../media/image3.svg"/><Relationship Id="rId19" Type="http://schemas.openxmlformats.org/officeDocument/2006/relationships/image" Target="../media/image12.png"/><Relationship Id="rId4" Type="http://schemas.openxmlformats.org/officeDocument/2006/relationships/diagramData" Target="../diagrams/data1.xml"/><Relationship Id="rId9" Type="http://schemas.openxmlformats.org/officeDocument/2006/relationships/image" Target="../media/image2.png"/><Relationship Id="rId1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C06A9-77AB-CB0A-CAE0-96C14B822D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76"/>
          <a:stretch/>
        </p:blipFill>
        <p:spPr bwMode="auto">
          <a:xfrm>
            <a:off x="-274829" y="1892813"/>
            <a:ext cx="5734050" cy="4930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2" name="Diagrama 21">
            <a:extLst>
              <a:ext uri="{FF2B5EF4-FFF2-40B4-BE49-F238E27FC236}">
                <a16:creationId xmlns:a16="http://schemas.microsoft.com/office/drawing/2014/main" id="{00202232-37AF-D97D-43DB-856C3D75DA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4202041"/>
              </p:ext>
            </p:extLst>
          </p:nvPr>
        </p:nvGraphicFramePr>
        <p:xfrm>
          <a:off x="4962280" y="2094432"/>
          <a:ext cx="7811401" cy="43044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10224D72-1315-7CE6-39E0-573354555CF5}"/>
              </a:ext>
            </a:extLst>
          </p:cNvPr>
          <p:cNvCxnSpPr>
            <a:cxnSpLocks/>
          </p:cNvCxnSpPr>
          <p:nvPr/>
        </p:nvCxnSpPr>
        <p:spPr>
          <a:xfrm>
            <a:off x="8532276" y="1007066"/>
            <a:ext cx="1421379" cy="106874"/>
          </a:xfrm>
          <a:prstGeom prst="line">
            <a:avLst/>
          </a:prstGeom>
          <a:ln w="38100">
            <a:solidFill>
              <a:srgbClr val="A7B8C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áfico 4" descr="Lua minguante gibosa com preenchimento sólido">
            <a:extLst>
              <a:ext uri="{FF2B5EF4-FFF2-40B4-BE49-F238E27FC236}">
                <a16:creationId xmlns:a16="http://schemas.microsoft.com/office/drawing/2014/main" id="{2B5A75EC-35A1-9CB3-1776-F53381A1FC1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96327" y="2580985"/>
            <a:ext cx="754733" cy="754733"/>
          </a:xfrm>
          <a:prstGeom prst="rect">
            <a:avLst/>
          </a:prstGeom>
        </p:spPr>
      </p:pic>
      <p:pic>
        <p:nvPicPr>
          <p:cNvPr id="12" name="Gráfico 11" descr="Rede social com preenchimento sólido">
            <a:extLst>
              <a:ext uri="{FF2B5EF4-FFF2-40B4-BE49-F238E27FC236}">
                <a16:creationId xmlns:a16="http://schemas.microsoft.com/office/drawing/2014/main" id="{9BE1425F-ED08-6A78-4B3B-BA79E56EE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76876" y="600049"/>
            <a:ext cx="1230015" cy="1230015"/>
          </a:xfrm>
          <a:prstGeom prst="rect">
            <a:avLst/>
          </a:prstGeom>
        </p:spPr>
      </p:pic>
      <p:pic>
        <p:nvPicPr>
          <p:cNvPr id="14" name="Gráfico 13" descr="Rede com preenchimento sólido">
            <a:extLst>
              <a:ext uri="{FF2B5EF4-FFF2-40B4-BE49-F238E27FC236}">
                <a16:creationId xmlns:a16="http://schemas.microsoft.com/office/drawing/2014/main" id="{716B729E-BAF1-BA79-20EF-D58FE901B5F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52695" y="509810"/>
            <a:ext cx="1230015" cy="1230015"/>
          </a:xfrm>
          <a:prstGeom prst="rect">
            <a:avLst/>
          </a:prstGeom>
        </p:spPr>
      </p:pic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B4A2D9F1-1655-674F-77D0-5E6FC1A5A1C8}"/>
              </a:ext>
            </a:extLst>
          </p:cNvPr>
          <p:cNvCxnSpPr>
            <a:cxnSpLocks/>
          </p:cNvCxnSpPr>
          <p:nvPr/>
        </p:nvCxnSpPr>
        <p:spPr>
          <a:xfrm flipH="1" flipV="1">
            <a:off x="8442639" y="1450017"/>
            <a:ext cx="1511016" cy="176056"/>
          </a:xfrm>
          <a:prstGeom prst="line">
            <a:avLst/>
          </a:prstGeom>
          <a:ln w="38100">
            <a:solidFill>
              <a:srgbClr val="B6C3CF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to 27">
            <a:extLst>
              <a:ext uri="{FF2B5EF4-FFF2-40B4-BE49-F238E27FC236}">
                <a16:creationId xmlns:a16="http://schemas.microsoft.com/office/drawing/2014/main" id="{804F61AD-650A-CC59-E861-436403289461}"/>
              </a:ext>
            </a:extLst>
          </p:cNvPr>
          <p:cNvCxnSpPr>
            <a:cxnSpLocks/>
          </p:cNvCxnSpPr>
          <p:nvPr/>
        </p:nvCxnSpPr>
        <p:spPr>
          <a:xfrm flipV="1">
            <a:off x="8442639" y="1297087"/>
            <a:ext cx="1779638" cy="98596"/>
          </a:xfrm>
          <a:prstGeom prst="line">
            <a:avLst/>
          </a:prstGeom>
          <a:ln w="38100">
            <a:solidFill>
              <a:srgbClr val="A7B8C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71828962-8261-D49D-BA4C-1D3791AEC908}"/>
              </a:ext>
            </a:extLst>
          </p:cNvPr>
          <p:cNvCxnSpPr>
            <a:cxnSpLocks/>
          </p:cNvCxnSpPr>
          <p:nvPr/>
        </p:nvCxnSpPr>
        <p:spPr>
          <a:xfrm>
            <a:off x="8163668" y="752979"/>
            <a:ext cx="2102489" cy="79515"/>
          </a:xfrm>
          <a:prstGeom prst="line">
            <a:avLst/>
          </a:prstGeom>
          <a:ln w="38100">
            <a:solidFill>
              <a:srgbClr val="A7B8C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17CC1D30-8065-C1AC-EFC8-B05A2795D50C}"/>
              </a:ext>
            </a:extLst>
          </p:cNvPr>
          <p:cNvSpPr txBox="1"/>
          <p:nvPr/>
        </p:nvSpPr>
        <p:spPr>
          <a:xfrm>
            <a:off x="8637533" y="1573543"/>
            <a:ext cx="124906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A7B8C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 links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6F38EAE0-1509-3370-94DE-FCD915AD18E8}"/>
              </a:ext>
            </a:extLst>
          </p:cNvPr>
          <p:cNvSpPr txBox="1"/>
          <p:nvPr/>
        </p:nvSpPr>
        <p:spPr>
          <a:xfrm>
            <a:off x="6769663" y="242367"/>
            <a:ext cx="2287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F9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Ecological network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0A7850AF-0EAE-803E-9533-4832F43C37AD}"/>
              </a:ext>
            </a:extLst>
          </p:cNvPr>
          <p:cNvSpPr txBox="1"/>
          <p:nvPr/>
        </p:nvSpPr>
        <p:spPr>
          <a:xfrm>
            <a:off x="9556456" y="236300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4F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Social network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54BB2FB-F2D8-E673-DEFE-59D1DECCCE11}"/>
              </a:ext>
            </a:extLst>
          </p:cNvPr>
          <p:cNvSpPr txBox="1"/>
          <p:nvPr/>
        </p:nvSpPr>
        <p:spPr>
          <a:xfrm>
            <a:off x="7468433" y="1942875"/>
            <a:ext cx="96693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Levels 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797220C4-E541-5792-5904-542FBAB34485}"/>
              </a:ext>
            </a:extLst>
          </p:cNvPr>
          <p:cNvSpPr txBox="1"/>
          <p:nvPr/>
        </p:nvSpPr>
        <p:spPr>
          <a:xfrm>
            <a:off x="9982397" y="1924410"/>
            <a:ext cx="233910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Metrics and models</a:t>
            </a:r>
          </a:p>
        </p:txBody>
      </p: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9CC70401-ED43-8D4F-3319-BFF003E0B705}"/>
              </a:ext>
            </a:extLst>
          </p:cNvPr>
          <p:cNvGrpSpPr/>
          <p:nvPr/>
        </p:nvGrpSpPr>
        <p:grpSpPr>
          <a:xfrm>
            <a:off x="-1077994" y="2532851"/>
            <a:ext cx="980146" cy="3455201"/>
            <a:chOff x="1752985" y="2289536"/>
            <a:chExt cx="546428" cy="2012984"/>
          </a:xfrm>
          <a:scene3d>
            <a:camera prst="orthographicFront"/>
            <a:lightRig rig="flat" dir="t"/>
          </a:scene3d>
        </p:grpSpPr>
        <p:sp>
          <p:nvSpPr>
            <p:cNvPr id="43" name="CaixaDeTexto 42">
              <a:extLst>
                <a:ext uri="{FF2B5EF4-FFF2-40B4-BE49-F238E27FC236}">
                  <a16:creationId xmlns:a16="http://schemas.microsoft.com/office/drawing/2014/main" id="{96150F2F-0263-0839-D083-0271969B5B22}"/>
                </a:ext>
              </a:extLst>
            </p:cNvPr>
            <p:cNvSpPr txBox="1"/>
            <p:nvPr/>
          </p:nvSpPr>
          <p:spPr>
            <a:xfrm rot="16200000">
              <a:off x="1130068" y="3044860"/>
              <a:ext cx="1852771" cy="485919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19685" tIns="19685" rIns="19685" bIns="19685" numCol="1" spcCol="1270" anchor="ctr" anchorCtr="0">
              <a:noAutofit/>
            </a:bodyPr>
            <a:lstStyle/>
            <a:p>
              <a:pPr marL="0" lvl="0" indent="0" defTabSz="1377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The network </a:t>
              </a:r>
            </a:p>
            <a:p>
              <a:pPr marL="0" lvl="0" indent="0" defTabSz="1377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we see </a:t>
              </a:r>
              <a:endParaRPr lang="en-US" sz="2400" kern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71C95AAB-5E21-7718-1E4F-CA850340D910}"/>
                </a:ext>
              </a:extLst>
            </p:cNvPr>
            <p:cNvSpPr/>
            <p:nvPr/>
          </p:nvSpPr>
          <p:spPr>
            <a:xfrm rot="16200000">
              <a:off x="989453" y="3053068"/>
              <a:ext cx="2012984" cy="485919"/>
            </a:xfrm>
            <a:prstGeom prst="rect">
              <a:avLst/>
            </a:prstGeom>
            <a:solidFill>
              <a:schemeClr val="bg1"/>
            </a:solidFill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alpha val="8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5" name="Gráfico 44" descr="Lua cheia com preenchimento sólido">
            <a:extLst>
              <a:ext uri="{FF2B5EF4-FFF2-40B4-BE49-F238E27FC236}">
                <a16:creationId xmlns:a16="http://schemas.microsoft.com/office/drawing/2014/main" id="{61282D3B-E71B-EB4D-BCA7-178DFCAC22F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-1104452" y="2504674"/>
            <a:ext cx="914400" cy="914400"/>
          </a:xfrm>
          <a:prstGeom prst="rect">
            <a:avLst/>
          </a:prstGeom>
        </p:spPr>
      </p:pic>
      <p:pic>
        <p:nvPicPr>
          <p:cNvPr id="47" name="Gráfico 46" descr="Lupa com preenchimento sólido">
            <a:extLst>
              <a:ext uri="{FF2B5EF4-FFF2-40B4-BE49-F238E27FC236}">
                <a16:creationId xmlns:a16="http://schemas.microsoft.com/office/drawing/2014/main" id="{33F08CA6-0F42-5945-C125-1DA2C430B89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54140" y="657079"/>
            <a:ext cx="1305169" cy="1305169"/>
          </a:xfrm>
          <a:prstGeom prst="rect">
            <a:avLst/>
          </a:prstGeom>
        </p:spPr>
      </p:pic>
      <p:pic>
        <p:nvPicPr>
          <p:cNvPr id="49" name="Gráfico 48" descr="Seta: curva no sentido horário com preenchimento sólido">
            <a:extLst>
              <a:ext uri="{FF2B5EF4-FFF2-40B4-BE49-F238E27FC236}">
                <a16:creationId xmlns:a16="http://schemas.microsoft.com/office/drawing/2014/main" id="{876EFA5F-43C0-3E45-09FA-BE897D84CCB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4368668">
            <a:off x="3300108" y="632330"/>
            <a:ext cx="1702002" cy="1678900"/>
          </a:xfrm>
          <a:prstGeom prst="rect">
            <a:avLst/>
          </a:prstGeom>
        </p:spPr>
      </p:pic>
      <p:pic>
        <p:nvPicPr>
          <p:cNvPr id="50" name="Gráfico 49" descr="Seta: curva no sentido horário com preenchimento sólido">
            <a:extLst>
              <a:ext uri="{FF2B5EF4-FFF2-40B4-BE49-F238E27FC236}">
                <a16:creationId xmlns:a16="http://schemas.microsoft.com/office/drawing/2014/main" id="{3AF4EDD1-A24A-8DF7-E2A9-F1BFAE259B7A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rot="4368668">
            <a:off x="5840968" y="260948"/>
            <a:ext cx="931283" cy="918642"/>
          </a:xfrm>
          <a:prstGeom prst="rect">
            <a:avLst/>
          </a:prstGeom>
        </p:spPr>
      </p:pic>
      <p:sp>
        <p:nvSpPr>
          <p:cNvPr id="51" name="CaixaDeTexto 50">
            <a:extLst>
              <a:ext uri="{FF2B5EF4-FFF2-40B4-BE49-F238E27FC236}">
                <a16:creationId xmlns:a16="http://schemas.microsoft.com/office/drawing/2014/main" id="{B89CB07E-80E9-BDB8-ADB5-55573603C66B}"/>
              </a:ext>
            </a:extLst>
          </p:cNvPr>
          <p:cNvSpPr txBox="1"/>
          <p:nvPr/>
        </p:nvSpPr>
        <p:spPr>
          <a:xfrm>
            <a:off x="3640695" y="170401"/>
            <a:ext cx="29572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Future directions </a:t>
            </a:r>
          </a:p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 SEN research</a:t>
            </a:r>
          </a:p>
        </p:txBody>
      </p:sp>
    </p:spTree>
    <p:extLst>
      <p:ext uri="{BB962C8B-B14F-4D97-AF65-F5344CB8AC3E}">
        <p14:creationId xmlns:p14="http://schemas.microsoft.com/office/powerpoint/2010/main" val="23843073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118</Words>
  <Application>Microsoft Office PowerPoint</Application>
  <PresentationFormat>Widescreen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Renata de Lara Muylaert</dc:creator>
  <cp:lastModifiedBy>Renata de Lara Muylaert</cp:lastModifiedBy>
  <cp:revision>8</cp:revision>
  <dcterms:created xsi:type="dcterms:W3CDTF">2025-04-17T22:31:16Z</dcterms:created>
  <dcterms:modified xsi:type="dcterms:W3CDTF">2025-05-14T23:45:03Z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d9e4d68-54d0-40a5-8c9a-85a36c87352c_Enabled">
    <vt:lpwstr>true</vt:lpwstr>
  </property>
  <property fmtid="{D5CDD505-2E9C-101B-9397-08002B2CF9AE}" pid="3" name="MSIP_Label_bd9e4d68-54d0-40a5-8c9a-85a36c87352c_SetDate">
    <vt:lpwstr>2025-04-17T23:15:45Z</vt:lpwstr>
  </property>
  <property fmtid="{D5CDD505-2E9C-101B-9397-08002B2CF9AE}" pid="4" name="MSIP_Label_bd9e4d68-54d0-40a5-8c9a-85a36c87352c_Method">
    <vt:lpwstr>Standard</vt:lpwstr>
  </property>
  <property fmtid="{D5CDD505-2E9C-101B-9397-08002B2CF9AE}" pid="5" name="MSIP_Label_bd9e4d68-54d0-40a5-8c9a-85a36c87352c_Name">
    <vt:lpwstr>Unclassified</vt:lpwstr>
  </property>
  <property fmtid="{D5CDD505-2E9C-101B-9397-08002B2CF9AE}" pid="6" name="MSIP_Label_bd9e4d68-54d0-40a5-8c9a-85a36c87352c_SiteId">
    <vt:lpwstr>388728e1-bbd0-4378-98dc-f8682e644300</vt:lpwstr>
  </property>
  <property fmtid="{D5CDD505-2E9C-101B-9397-08002B2CF9AE}" pid="7" name="MSIP_Label_bd9e4d68-54d0-40a5-8c9a-85a36c87352c_ActionId">
    <vt:lpwstr>07064134-f2bc-4b94-9884-e20e30c048ed</vt:lpwstr>
  </property>
  <property fmtid="{D5CDD505-2E9C-101B-9397-08002B2CF9AE}" pid="8" name="MSIP_Label_bd9e4d68-54d0-40a5-8c9a-85a36c87352c_ContentBits">
    <vt:lpwstr>0</vt:lpwstr>
  </property>
  <property fmtid="{D5CDD505-2E9C-101B-9397-08002B2CF9AE}" pid="9" name="MSIP_Label_bd9e4d68-54d0-40a5-8c9a-85a36c87352c_Tag">
    <vt:lpwstr>10, 3, 0, 1</vt:lpwstr>
  </property>
</Properties>
</file>